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Trade and heal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Nothing is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... else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 you have 3? Take it, give the sword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Otherwise: say so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 lines up with its if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sword costs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if playerHit.money &gt;= 3: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only when it has 3 money or more...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playerHit.money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playerHit.money = playerHit.money - 3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...take 3 away...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playerHit.money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playerHit.money = playerHit.money - 3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print('It is dangerous out there. Take this sword!')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...say this - pushed in eight spaces now...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playerHit.money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playerHit.money = playerHit.money - 3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print('It is dangerous out there. Take this sword!')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playerHit.hasSword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...and give the sword - eight spaces.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else - otherwise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else: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else: lines up with its if, and ends with a colon.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run when the if is NOT true.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playerHit.money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playerHit.money = playerHit.money - 3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print('It is dangerous out there. Take this sword!')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playerHit.hasSword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Otherwise - lined up with the money if...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playerHit.money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playerHit.money = playerHit.money - 3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print('It is dangerous out there. Take this sword!')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playerHit.hasSword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print('Come back when you have 3 money.')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...say what it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NPC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if playerHit.money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playerHit.money = playerHit.money - 3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print('It is dangerous out there. Take this sword!')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playerHit.hasSword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print('Come back when you have 3 money.')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hint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print('Press e to trade with the merchant')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Tell the player what E does, every time the forest is built.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pay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console tells you to press E. Try the merchant with no money, then with three.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healer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healer.png - 60 x 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Healer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merchant's pattern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changes playerHit.health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healer a picture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sprite('healer.png')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healer picture you drew.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Heal with 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playerHit = get_collision(self, 'Player')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Pixelhead?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playerHit and key_was_pressed('e'):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 and E was just pressed...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playerHit.health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...full health for THAT Pixelhead...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playerHit.health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print('You feel better!')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say so.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Healer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playerHit.health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print('You feel better!')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healer in the swamp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self.healer = Healer()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healer.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self.healer = Healer()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self.healer.x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 the middle...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Swamp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self.healer = Healer()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self.healer.x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self.healer.y = -250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...low down.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Swamp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self.healer = Healer()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self.healer.x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self.healer.y = -250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 the lines under else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When the if is not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the if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 the lines under else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When the if is not true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the if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 means otherwise.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has 3 money. Is playerHit.money &gt;= 3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has 3 money. Is playerHit.money &gt;= 3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&amp;gt;= counts the number itself.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the healer change?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Its own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money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Pixelhead's health, through playerHit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the healer change?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Its own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money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Pixelhead's health, through playerHit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playerHit.health = 3 changes the Pixelhead it touches.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whole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Get stung, walk down to the swamp and press E at the healer: You feel better!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