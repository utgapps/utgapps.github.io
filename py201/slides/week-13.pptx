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bigger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room called Field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made Pixelhead as self.player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From anywhere else: game.player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off the right 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 reaches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game.player.x = -600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class is made once and lasts the whole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Inside Game it is self; from any other class it is game.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game.player.x &gt; 600: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Pixelhead is past 600 on the right...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game.player.x &gt; 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game.player.x = -600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...move it to the far left...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game.player.x &gt; 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game.player.x = -600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set_room('Field')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change to the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Forest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game.player.x &gt; 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game.player.x = -600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set_room('Field')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an empty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off the right edge. Pixelhead comes in on the left of an empty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field.png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whole screen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field's background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Background class...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self.background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self.background.image = sprite('field.png')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...with the field picture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Field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self.background.image = sprite('field.png')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Things in the field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 = Collectible()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ore.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self.ore1.x = 450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Over to the right...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self.ore1.y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high 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wasp.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 the right...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...high.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wasp.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 the left...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Field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self.ore1.x = 450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game.player.x &lt; -600: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Pixelhead is past -600 on the left...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game.player.x =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...move it to the far right...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Field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game.player.x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game.player.x = 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change to the Forest.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Field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game.player.x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game.player.x = 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the Forest room, how do you reach Pixelhead?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game.player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the Forest room, how do you reach Pixelhead?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game.player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made it as self.player; elsewhere that is game.player.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arrive at -600 when walking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-600 is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be safe from wasps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You come in on the side you were walking toward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arrive at -600 when walking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-600 is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be safe from wasps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You come in on the side you were walking toward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Walking right, the new room starts on its left.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ores back when you return to the forest?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They were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They never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 is built fresh every visit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Loot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ores back when you return to the forest?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They were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They never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 is built fresh every visit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Loot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Forest start runs again each time you go there.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there and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Walk right into the field - an ore and two wasps - and left again into the forest.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