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Patrols and a merchant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Turning 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-self.speed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screen is -640 to 640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less than, &amp;gt; greater than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minus in front flips the 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Turn round at the edges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Comparing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self.x &lt; -600: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 is less than, &amp;gt; is greater than.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&amp;lt;= and &amp;gt;= also count the number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-600: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the wasp is past -600 on the left...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minus in front flips the 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self.speed = -self.speed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-self.speed is the speed, the other way round.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2 becomes -2, and -2 becomes 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-self.speed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...flip the sign of its speed: now it flies right...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flip the picture to face 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600: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once it is past 600 on the right...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-self.speed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...flip the speed again: left...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FlyEnemy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self.x &gt; 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self.speed = -self.speed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...and face left, the way you drew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FlyEnemy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&lt; -600: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-self.speed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-1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self.x &gt; 600: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self.speed = -self.speed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self.scaleX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patrols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wait. The wasps reach each edge, turn round and fly back, facing the way they fly.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merchant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npc.png - 60 x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NPC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non-player character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merchant a picture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sprite('npc.png')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merchant picture you drew.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the merchant in the forest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self.npc = NPC()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Build one merchant.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Forest start   -   line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6D8C97"/>
                </a:solidFill>
                <a:latin typeface="Consolas"/>
              </a:rPr>
              <a:t>self.npc = NPC()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self.npc.x = -400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400 to the left.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Forest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14  </a:t>
            </a:r>
            <a:r>
              <a:rPr sz="1800">
                <a:solidFill>
                  <a:srgbClr val="7FE0A0"/>
                </a:solidFill>
                <a:latin typeface="Consolas"/>
              </a:rPr>
              <a:t>self.npc = NPC()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15  </a:t>
            </a:r>
            <a:r>
              <a:rPr sz="1800">
                <a:solidFill>
                  <a:srgbClr val="7FE0A0"/>
                </a:solidFill>
                <a:latin typeface="Consolas"/>
              </a:rPr>
              <a:t>self.npc.x = -400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Talk with 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playerHit = get_collision(self, 'Player')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Am I touching Pixelhead? Keep it in playerHit.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key_was_pressed()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key_was_pressed('e')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key_was_pressed('e') is True for only the one loop the key goes down.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press, one action - however long you hold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and - both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playerHit and key_was_pressed('e'):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joins two questions.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if runs only when BOTH are true.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playerHit and key_was_pressed('e'):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I am AND E was just pressed...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NPC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print('It is dangerous out there. Take this sword!')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...say this in the console.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NPC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playerHit = get_collision(self, 'Player')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if playerHit and key_was_pressed('e'):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print('It is dangerous out there. Take this sword!')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speed is 2. What is -self.speed?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speed is 2. What is -self.speed?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-2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-4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minus in front flips the sign.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key_was_pressed('e') and not key_is_pressed('e')?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press, one message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key_is_pressed does not work for letters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key_was_pressed('e') and not key_is_pressed('e')?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press, one message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key_is_pressed does not work for letters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key_is_pressed would print every loop E is held.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the merchant speak?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E is pressed anywhere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Pixelhead touches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Pixelhead touches it AND E is pressed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the merchant speak?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When E is pressed anywhere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Pixelhead touches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Every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When Pixelhead touches it AND E is pressed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and needs both questions to be true.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merchant speaks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walk to the merchant and press E. The console says: It is dangerous out there. Take this sword!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