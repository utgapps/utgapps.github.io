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Three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and a second of invincibility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wasp touches you for many loops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Without a timer, each loop is a sting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invTimer: one sting a second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Three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 =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Three health to start.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self.invTimer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invincibility timer starts at 0, so the first sting counts.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self.invTimer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sting costs 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7FE0A0"/>
                </a:solidFill>
                <a:latin typeface="Consolas"/>
              </a:rPr>
              <a:t>self.invTimer = self.invTimer - 1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count the invincibility timer down, every loop.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Player loop   -   replace 2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self.invTimer = self.invTimer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waspHit = get_collision(self, 'FlyEnemy')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if waspHit: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These two lines change - a sting no longer removes Pixelhead. Take them out; the new if and its four lines go in their place.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self.invTimer = self.invTimer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waspHit = get_collision(self, 'FlyEnemy')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7FE0A0"/>
                </a:solidFill>
                <a:latin typeface="Consolas"/>
              </a:rPr>
              <a:t>if waspHit and self.invTimer &lt;= 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CHANGED: only when I am AND the timer has run out...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self.invTimer = self.invTimer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waspHit = get_collision(self, 'FlyEnemy')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6D8C97"/>
                </a:solidFill>
                <a:latin typeface="Consolas"/>
              </a:rPr>
              <a:t>if waspHit and self.invTimer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self.health = self.health - 1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...lose one health...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self.invTimer = self.invTimer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waspHit = get_collision(self, 'FlyEnemy')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6D8C97"/>
                </a:solidFill>
                <a:latin typeface="Consolas"/>
              </a:rPr>
              <a:t>if waspHit and self.invTimer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self.health = self.health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self.invTimer =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...be safe for 60 loops - one second...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self.invTimer = self.invTimer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waspHit = get_collision(self, 'FlyEnemy')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6D8C97"/>
                </a:solidFill>
                <a:latin typeface="Consolas"/>
              </a:rPr>
              <a:t>if waspHit and self.invTimer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self.health = self.health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self.invTimer = 60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7FE0A0"/>
                </a:solidFill>
                <a:latin typeface="Consolas"/>
              </a:rPr>
              <a:t>    print('Health: ' + str(self.health))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...and write the health in the console.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7FE0A0"/>
                </a:solidFill>
                <a:latin typeface="Consolas"/>
              </a:rPr>
              <a:t>self.invTimer = self.invTimer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7FE0A0"/>
                </a:solidFill>
                <a:latin typeface="Consolas"/>
              </a:rPr>
              <a:t>waspHit = get_collision(self, 'FlyEnemy')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7FE0A0"/>
                </a:solidFill>
                <a:latin typeface="Consolas"/>
              </a:rPr>
              <a:t>if waspHit and self.invTimer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self.health = self.health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self.invTimer = 60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7FE0A0"/>
                </a:solidFill>
                <a:latin typeface="Consolas"/>
              </a:rPr>
              <a:t>    print('Health: ' + str(self.health))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stung, not gone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walk into a wasp. Pixelhead stays, and the console says Health: 2.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it runs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Reset, do not destroy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Full health, no money, no sword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Back to the middle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forest, made fresh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Start again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47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self.health &lt;= 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Once my health is 0 or less...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47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48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self.health =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...full health again...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47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48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self.health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49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self.money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...no money...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47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48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self.health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49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self.money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self.hasSword =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...no sword...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51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47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48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self.health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49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self.money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50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self.hasSword = False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51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...back to the middle...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47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48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self.health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49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self.money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50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self.hasSword = False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51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self.x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...of the screen...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47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48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self.health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49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self.money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50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self.hasSword = False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51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self.x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self.y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53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set_room('Forest')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the forest, built fresh.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47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48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self.health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49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self.money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self.hasSword = False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51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53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set_room('Forest')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Without the invincibility timer, what would one long sting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Take a health every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Take one health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Give health back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Without the invincibility timer, what would one long sting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Take a health every loop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Take one health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Give health back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 loop of touching would count as a sting.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invTimer counted down outside the if?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shorter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if would break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must run every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invTimer counted down outside the if?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shorter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if would break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must run every loop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Inside the if it would only count down while being stung.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At 0 health, why move Pixelhead instead of destroying it?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destroy does not work on Player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keep the money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So the game goes 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At 0 health, why move Pixelhead instead of destroying it?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destroy does not work on Player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keep the money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So the game goes on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With no Pixelhead there is nothing left to play.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three stings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get stung three times. Health 2, 1, 0 - and the forest starts again with Pixelhead in the middle.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