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sword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self.hasSword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is a switch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True or False, with a capital 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keeps it for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 sword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self.hasSword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sword yet. Capital 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merchant gives the 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print('It is dangerous out there. Take this sword!')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playerHit.hasSword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switch on THAT Pixelhead's sword.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slash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swordSlash.png - 80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PlayerAttack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Swinging to the RIGHT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slash a picture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PlayerAttack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sprite('swordSlash.png')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slash picture you drew.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Swing with 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self.hasSword ==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self.hasSword == True and key_was_pressed('f'):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with a sword AND on the press of F...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 = PlayerAttack()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...build a slash, called swordSlash for now...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my x...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my 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swordSlash.y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values can a boolean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values can a boolean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Just the two - like a switch.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NPC loop, what is playerHit?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Pixelhead the merchant is touching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merchant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NPC loop, what is playerHit?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Pixelhead the merchant is touching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merchant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gives back the Player it touches.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equals stores; two equals compares.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F does nothing. Get the sword from the merchant, press F: a slash appears on Pixelhead - and stays.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