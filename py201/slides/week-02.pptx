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Four directions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and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Once, and over and over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 runs once, when the object is 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about 60 times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that moves lives in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two more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pixelheadUp.png and pixelheadDown.png - 60 x 80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Up shows Pixelhead's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Down shows its face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 left picture - the code flips right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Walk left and right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loop runs over and 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self.x + 4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about 60 times every second, until the object is gone.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that moves or keeps checking lives in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if means only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key_is_pressed('arrowRight'):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lines under an if run only when its question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if line ends with a colon; the lines under it start with four spaces.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key_is_pressed()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key_is_pressed('arrowRight'):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key_is_pressed('arrowRight') is True for every loop you hold the key.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Put it in an if to move while a key is held.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key_is_pressed('arrowRight'):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the right arrow is held...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Change a value using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self.x + 4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Python works out the right side first, then stores the answer on the left.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Do it every loop and the object moves.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+ 4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...add 4 to x: right. Four spaces in front!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sprite('pixelheadRight.png')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...show the right-facing picture...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variable holds a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self.money =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is a name with a value in it. The name goes left of =.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 in front makes it belong to this object, so start and loop can share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sprite('pixelheadRight.png')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...the way you drew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sprite('pixelheadRight.png')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key_is_pressed('arrowLeft'):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the left arrow is held...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sprite('pixelheadRight.png')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...take 4 off x: left.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sprite('pixelheadRight.png')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- 4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sprite('pixelheadRight.png')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...the same right-facing picture...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minus scaleX flips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self.scaleX = 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scaleX = 1 is the picture as you drew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scaleX = -1 is the same size, flipped like a mirror.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sprite('pixelheadRight.png')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self.x - 4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sprite('pixelheadRight.png')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...flipped like a mirror.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sprite('pixelheadRight.png')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self.x - 4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sprite('pixelheadRight.png')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left and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click the game and hold the arrows. Pixelhead walks left and right, facing the way it walks.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Walk up and down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key_is_pressed('arrowUp'):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the up arrow is held...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key_is_pressed('arrowUp'):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...add 4 to y: up.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key_is_pressed('arrowUp'):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sprite('pixelheadUp.png')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...show Pixelhead's back...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key_is_pressed('arrowUp'):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sprite('pixelheadUp.png')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...not flipped.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key_is_pressed('arrowUp'):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sprite('pixelheadUp.png')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key_is_pressed('arrowDown'):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while the down arrow is held...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key_is_pressed('arrowUp'):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sprite('pixelheadUp.png')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key_is_pressed('arrowDown'):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- 4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...take 4 off y: down.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key_is_pressed('arrowUp'):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sprite('pixelheadUp.png')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key_is_pressed('arrowDown'):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- 4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sprite('pixelheadDown.png')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...show Pixelhead's face...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key_is_pressed('arrowUp'):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sprite('pixelheadUp.png')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if key_is_pressed('arrowDown'):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- 4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self.image = sprite('pixelheadDown.png')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...not flipped.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key_is_pressed('arrowUp'):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sprite('pixelheadUp.png')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if key_is_pressed('arrowDown'):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- 4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self.image = sprite('pixelheadDown.png')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walking go in loop, not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start runs once; loop keeps moving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loop is faster to type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start cannot use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walking go in loop, not start?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start runs once; loop keeps moving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loop is faster to type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start cannot use 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Walking is a small move again and again - that is loop.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x is 100. What is it after three loops of self.x = self.x + 4?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104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x is 100. What is it after three loops of self.x = self.x + 4?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112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104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104, 108, 112.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there no pixelheadLeft picture?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scaleX = -1 flips the right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Left is not allowed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the same as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drawn by the computer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there no pixelheadLeft picture?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scaleX = -1 flips the right one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Left is not allowed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the same as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drawn by the computer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drawing, flipped like a mirror.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four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Pixelhead walks in all four directions and shows a different side each way.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