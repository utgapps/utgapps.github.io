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Into the forest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RPG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game you are going to build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Walk in four directions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Collect ore for money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Fight wasps with a sword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Explore three rooms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Classes and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blueprint, and the things built from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class is a kind of thing: Player, Collectible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 object is one thing built from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 ore is a Collectible object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Draw your 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pixelheadRight.png 60 x 80 - yellowOre.png 40 x 40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Pixelhead facing RIGHT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Exactly those names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 can redraw them any week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Pixelhead a picture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start runs once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self.image = sprite('pixelheadRight.png')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Everything in start runs one time, the moment the object is made.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Use it to set a picture, a place or a starting number.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sprite is your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self.image = sprite('pixelheadRight.png')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sprite() finds the picture you drew and puts it on the object.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name has to match exactly, including the .png.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sprite('pixelheadRight.png')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Pixelhead picture you drew.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Pixelhead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Making an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self.player = Player()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Player() builds one player from the Player class.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name on the left is how you talk to it afterwards.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self.player = Player()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Build one player and keep it as self.player.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Pixelhead is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Pixelhead stands in the middle of the screen.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ore a picture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Collectible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sprite('yellowOre.png')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ore picture you drew.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Two ores in the forest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Forest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self.ore1 = Collectible()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Build one ore and keep it as self.ore1.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dot reaches inside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self.ore1.x = 300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self.ore1.x means: the x that belongs to self.ore1 - ore1's x.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dot lets a room change an object it made.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x and 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self.ore1.x = 300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middle of the screen is x 0, y 0.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Plus x is right, plus y is UP. Minus goes left and down.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Forest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 = Collectible()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self.ore1.x =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300 to the right of the middle.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Forest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 = Collectible()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self.ore1.x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self.ore1.y = 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100 up.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Forest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 = Collectible()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self.ore1.x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self.ore1.y = 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self.ore2 = Collectible()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second ore, self.ore2.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Forest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 = Collectible()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self.ore1.x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self.ore1.y = 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self.ore2 = Collectible()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self.ore2.x = -250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250 to the LEFT - minus.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Forest start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 = Collectible()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self.ore1.x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self.ore1.y = 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self.ore2 = Collectible()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self.ore2.x = -250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self.ore2.y = -80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80 down - minus.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Forest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self.ore1 = Collectible()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self.ore1.x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self.ore1.y = 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self.ore2 = Collectible()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self.ore2.x = -250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self.ore2.y = -80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Go to the forest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room is one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set_room('Forest')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Your game can have more than one screen. Each one is a room.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set_room changes to another, and removes everything from the one before.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set_room('Forest')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Change to the Forest room.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where did Pixelhead go?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Two ores - and no Pixelhead. Ask why before the next slide.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Keep Pixelhead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True or False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self.hasSword =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boolean has only two values: True and False.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Like a light switch. Python writes them with a capital letter.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persistent survives a room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self.persistent =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set_room removes every object from the old room...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...except a persistent one.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self.persistent =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Survive every room change. Capital 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a class?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One ore on the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blueprint for a kind of 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a class?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One ore on the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blueprint for a kind of thing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class is the blueprint; every ore is an object built from it.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set_room do to the objects already there?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Removes them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Keeps them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Moves them to the middle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Makes them bigger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set_room do to the objects already there?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Removes them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Keeps them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Moves them to the middle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Makes them bigger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 object from before is removed - unless it is persistent.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did Pixelhead need self.persistent = True?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move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survive the change to the Forest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get a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be drawn in front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did Pixelhead need self.persistent = True?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move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survive the change to the Forest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get a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be drawn in front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was made in Game, before set_room removed everything.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into the 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Pixelhead stands in the middle with an ore on each side.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