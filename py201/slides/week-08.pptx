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Swing and fade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front, not on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80 the way you face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Up: y + 80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Down: y - 80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Left: x - 80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Right: x + 80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Slash in front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swordSlash.y = swordSlash.y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move it 80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swordSlash.y = swordSlash.y + 80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swordSlash.y = swordSlash.y - 80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move it 80 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swordSlash.y = swordSlash.y + 80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swordSlash.y = swordSlash.y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'left':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180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swordSlash.x = swordSlash.x - 80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move it 80 left.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swordSlash.y = swordSlash.y + 80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swordSlash.y = swordSlash.y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'left':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180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swordSlash.x = swordSlash.x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self.direction == 'right':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Facing right?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swordSlash.y = swordSlash.y + 80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swordSlash.y = swordSlash.y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'left':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swordSlash.angle = 180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swordSlash.x = swordSlash.x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self.direction == 'right':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swordSlash.x = swordSlash.x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...move it 80 right. No turn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if self.hasSword == True and key_was_pressed('f'):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swordSlash = PlayerAttack()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swordSlash.x = self.x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swordSlash.y = self.y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self.direction == 'up':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swordSlash.angle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swordSlash.y = swordSlash.y + 80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self.direction == 'down':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swordSlash.angle = -90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swordSlash.y = swordSlash.y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self.direction == 'left':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swordSlash.angle = 180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swordSlash.x = swordSlash.x - 80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self.direction == 'right':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swordSlash.x = swordSlash.x + 80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in front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get the sword and swing each way. The slash appears in front of Pixelhead - and still stays.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self.timer =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Down by one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loops is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slash has its 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Half a second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PlayerAttack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 loops to live - half a second.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Fade away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 counts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self.timer = self.timer - 1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changes by one every loop. 60 loops is one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it, let it count down, and act when it reaches 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PlayerAttack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self.timer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less, every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PlayerAttack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self.timer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Once it reaches 0...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PlayerAttack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self.timer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slash removes itself.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PlayerAttack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self.timer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is one second?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is one second?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a second.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Facing left, where does the slash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80 to the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 top of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80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80 to the left of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Facing left, where does the slash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80 to the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 top of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80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80 to the left of Pixelhead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Left takes 80 off 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each slash have its own timer?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 cannot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each one fades on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each slash have its own timer?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Player cannot hold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each one fades on its own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timer is in PlayerAttack start, so every slash gets 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swing and fade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get the sword and swing. Each slash appears in front of Pixelhead and is gone half a second later.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