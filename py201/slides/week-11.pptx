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Tougher wasps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Push it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waspHit.speed = -waspHit.speed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waspHit is the wasp that stung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it through that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Flip its speed and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sting turns the wasp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self.invTimer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print('Health: ' + str(self.health))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waspHit.speed = -waspHit.speed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...turn the wasp round...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self.invTimer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print('Health: ' + str(self.health))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waspHit.speed = -waspHit.speed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  waspHit.scaleX = -waspHit.scaleX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flip its picture.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self.invTimer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print('Health: ' + str(self.health))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waspHit.speed = -waspHit.speed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  waspHit.scaleX = -waspHit.scaleX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pushed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into a wasp. It turns round and flies away from you.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same pattern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 and a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Wasps get three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slash lives 30 loops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Their timer is 40 - one swing, one hit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Wasp 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health.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hit timer at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hit costs 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self.invTimer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count my timer down, every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FlyEnemy loop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swordHit: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two lines change - one hit no longer removes the wasp. Take them out; the new if and its two lines go in their place.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swordHit and self.invTimer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only when I am AND my timer has run out...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swordHit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...lose one health...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swordHit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self.invTimer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wait 40 loops - longer than a slash lives.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swordHit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self.invTimer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Defeated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my health is 0 or less...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a sting turn the wasp round?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destroy(waspHit)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waspHit.speed = -waspHit.speed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self.speed = -self.speed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a sting turn the wasp round?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destroy(waspHit)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waspHit.speed = -waspHit.speed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self.speed = -self.speed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waspHit is the wasp you touched; flip its speed.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wasp's hit timer 40?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40 is the most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match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outlasts a slash, so one swing is one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wasp's hit timer 40?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40 is the most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match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outlasts a slash, so one swing is one hit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slash cannot hit twice.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defeat a separate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needs two ifs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hit only costs health; defeat is when it reaches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defeat a separate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needs two ifs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hit only costs health; defeat is when it reaches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Being hit and being defeated are different questions.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hits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get the sword, and swing at a wasp three times. It disappears on the third.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