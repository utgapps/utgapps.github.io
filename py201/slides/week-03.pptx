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Collect the 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forest.png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whole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Somewhere Pixelhead can explore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background its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sprite('forest.png')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forest picture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up the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 = 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make the background first, so it is drawn at the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where is Pixelhead?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forest and the ores - but Pixelhead is hidden behind the forest. Ask why.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Stay in front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z brings it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self.z 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with a bigger z are drawn in front.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starts at 0, so 1 is in front of all of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Draw Pixelhead in front of everything at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Who keeps the money?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Player, not Collectible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ore is about to be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money has to last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Collecting is checked every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with no money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self.money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money to start with.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 up the 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oreHit = get_collision(self, 'Collectible')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'Collectible') gives back the ore you touch,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ore as yes and False as 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oreHit = get_collision(self, 'Collectible')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an answer you need right here and nowhere else.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oreHit = get_collision(self, 'Collectible')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an ore? Keep the answer in oreHit.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oreHit = get_collision(self, 'Collectible')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if oreHit: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destroy(oreHit)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destroy(oreHit) takes the ore you touched out of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removes the object whose code is running.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oreHit = get_collision(self, 'Collectible')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if oreHit: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destroy(oreHit)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that ore out of the game...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oreHit = get_collision(self, 'Collectible')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if oreHit: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destroy(oreHit)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self.money = self.money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1 to my money...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print() writes to the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print('Money: ' + str(self.money))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print() puts a line of words in the console under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Players never see it - you use it to check what your code is doing.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str() turns a number into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'Money: ' + str(self.money)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can add two numbers or join two pieces of words - not one of each.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str(self.money) turns 3 into '3', so + can join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oreHit = get_collision(self, 'Collectible')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if oreHit: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destroy(oreHit)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self.money = self.money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print('Money: ' + str(self.money))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write it in the console.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oreHit = get_collision(self, 'Collectible')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if oreHit: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destroy(oreHit)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self.money = self.money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print('Money: ' + str(self.money))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Pixelhead hidden behind the forest?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was made before the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forest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Its picture was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not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Pixelhead hidden behind the forest?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was made before the background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forest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Its picture was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not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'Collectible')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ore you touch,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'Collectible')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ore you touch,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answers with the thing you are touching, or False if nothing.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str(self.money) in the print?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+ cannot join words and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print only takes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save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str(self.money) in the print?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+ cannot join words and a number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print only takes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save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 turns the number into words, so + can join them.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collect them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into both ores. Each one disappears, and the console says Money: 1, then Money: 2.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