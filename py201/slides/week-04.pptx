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wasp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wasp.png - 80 x 64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FlyEnemy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LEFT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wasp its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sprite('wasp.png')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wasp picture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wasp a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 steps every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Fly left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-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Take the speed off x, every loop: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wasps in the forest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wasp, self.wasp1.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400 to the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down - 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wasp, self.wasp2.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600 to the right, at the edge.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self.wasp2.x = 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up -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self.wasp1.y = -200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 = FlyEnemy()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self.wasp2.x = 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self.wasp2.y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wasps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Two wasps fly left across the forest and off the 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Stung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waspHit = get_collision(self, 'FlyEnemy')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wasp?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if waspHit: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if waspHit: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ME out of the game.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waspHit = get_collision(self, 'FlyEnemy')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if waspHit: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destroy(self) remove in Player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Every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destroy(self) remove in Player loop?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wasp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Every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Pixelhead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 is the object whose code is running.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it waspHit and not self.waspHit?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only needed in this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it waspHit and not self.waspHit?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a mistake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only needed in this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without self. lives only inside this loop.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wasps come from one class. How are they in different places?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class has two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Each object has its own x and 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are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wasps come from one class. How are they in different places?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class has two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Each object has its own x and 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are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object keeps its own values.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walk into a wasp. Pixelhead disappears.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