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Fight 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Eight weeks, seven classes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 does each start do?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 does each loop do?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have no loop?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Who checks?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one that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wasp is the one destroyed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 week it will have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the check lives in FlyEnemy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Hit by the sword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swordHit = get_collision(self, 'PlayerAttack')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 sword slash?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swordHit: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swordHit: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...remove 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FlyEnemy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swordHit = get_collision(self, 'PlayerAttack')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swordHit: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third wasp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self.wasp3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third wasp.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self.wasp3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self.wasp3.x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to the 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self.wasp3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self.wasp3.x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self.wasp3.y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Forest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self.wasp3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self.wasp3.x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self.wasp3.y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sword check go in FlyEnemy?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wasp is the one that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PlayerAttack has no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sword check go in FlyEnemy?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wasp is the one that changes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PlayerAttack has no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object that changes usually does the checking.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class has no loop 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FlyEnemy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PlayerAttack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class has no loop 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Background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FlyEnemy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PlayerAttack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background never moves or checks anything.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FlyEnemy loop, what does destroy(self) remove?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slash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Every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FlyEnemy loop, what does destroy(self) remove?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slash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wasp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Every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 is the wasp whose code is running.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fight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Three wasps. Get the sword and swing at one: it disappears.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