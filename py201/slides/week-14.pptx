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swamp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door going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Which number?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Which edge? Below -360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Where do you arrive? The 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Walk off the bottom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game.player.y &lt; -360: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Once Pixelhead is below -360...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game.player.y &lt; -360: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game.player.y = 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...move it to the top...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game.player.y &lt; -360: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game.player.y = 360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set_room('Swamp')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change to the Swamp.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Forest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game.player.y &lt; -360: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game.player.y = 360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set_room('Swamp')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swamp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swamp.png - 1280 x 360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Half the screen's height, on purpose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swamp's background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background...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self.background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self.background.image = sprite('swamp.png')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...with the swamp picture.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Swamp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self.background.image = sprite('swamp.png')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thin swamp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walk off the bottom of the forest. The swamp only fills the middle of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Stretch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scaleX and scaleY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self.background.scaleY =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 is the size you drew. 2 is double, 0.5 is half.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scaleY stretches up and down; scaleX side to side.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self.background.scaleY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Twice as tall: 360 becomes 720.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Swamp wasps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 = FlyEnemy()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wasp.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self.wasp1.x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 the right...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...in the middle.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 = FlyEnemy()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wasp.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self.wasp2.x = -300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 the left...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self.wasp2.y = -150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...lower down.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Swamp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self.wasp2.y = -150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Walk back 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game.player.y &gt; 360: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Once Pixelhead is above 360...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game.player.y &gt; 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game.player.y = -360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...move it to the bottom...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game.player.y &gt; 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game.player.y = -360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set_room('Forest')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change to the Forest.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Swamp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game.player.y &gt; 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game.player.y = -360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set_room('Forest')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number does a door going down check?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z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scaleY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number does a door going down check?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z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scaleY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Up and down are 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scaleY = 2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it twice as wide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the picture twice as tall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Moves it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Flips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scaleY = 2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it twice as wide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the picture twice as tall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Moves it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Flips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scaleY stretches up and down.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arrive at 360, not past it?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360 is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Past it, you would bounce straight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arrive at 360, not past it?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360 is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Past it, you would bounce straight back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other room's door checks for &gt; 360.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three rooms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Down into the swamp - two wasps, the whole screen - and back up into the forest.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