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Week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Random loot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Random 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import random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import opens a toolbox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random.randint(1, 3) picks 1, 2 or 3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Both ends can be picked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Draw two more 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pinkOre.png and blueOre.png - 40 x 40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Same size as the yellow one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Open the random toolbox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import brings in a toolbox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import random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import random gives this code Python's random number tools.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It goes at the very top of the code that uses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Collectible start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import random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Bring in the random toolbox. The very top.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Pick a colour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random.randint() picks a number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lootNum = random.randint(1, 3)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random.randint(1, 3) picks 1, 2 or 3 - a different one each time.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Both ends can be picked.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Collectible start   -   line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lootNum = random.randint(1, 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NEW: pick 1, 2 or 3, and keep it in lootNum.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Collectible start   -   line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lootNum = random.randint(1, 3)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if lootNum == 1: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NEW: Only when it is 1...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Collectible start   -   line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lootNum = random.randint(1, 3)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if lootNum == 1: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self.image = sprite('yellowOre.png')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CHANGED: ...yellow. Your line, pushed in four spaces.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Collectible start   -   line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lootNum = random.randint(1, 3)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if lootNum == 1: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self.image = sprite('yellowOre.png')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if lootNum == 2: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NEW: When it is 2...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Collectible start   -   line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lootNum = random.randint(1, 3)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if lootNum == 1: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self.image = sprite('yellowOre.png')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if lootNum == 2: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self.image = sprite('pinkOre.png')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NEW: ...pink.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Collectible start   -   line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lootNum = random.randint(1, 3)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if lootNum == 1: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self.image = sprite('yellowOre.png')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if lootNum == 2: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self.image = sprite('pinkOre.png')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7FE0A0"/>
                </a:solidFill>
                <a:latin typeface="Consolas"/>
              </a:rPr>
              <a:t>if lootNum == 3: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NEW: When it is 3...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Collectible start   -   line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lootNum = random.randint(1, 3)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if lootNum == 1: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self.image = sprite('yellowOre.png')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if lootNum == 2: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self.image = sprite('pinkOre.png')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if lootNum == 3: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self.image = sprite('blueOre.png')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NEW: ...blue.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Collectible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lootNum = random.randint(1, 3)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if lootNum == 1: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self.image = sprite('yellowOre.png')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if lootNum == 2: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self.image = sprite('pinkOre.png')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7FE0A0"/>
                </a:solidFill>
                <a:latin typeface="Consolas"/>
              </a:rPr>
              <a:t>if lootNum == 3: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self.image = sprite('blueOre.png')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colours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 a few times. The ores are a different mix of colours each time.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Where does the loot go?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Under defeated, above destroy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Under a hit: up to three per wasp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Under defeated: one chance per wasp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Above destroy, while the wasp is still there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The toolbox for wasps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FlyEnemy loop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import random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The random toolbox, at the very top of FlyEnemy loop.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Drop loot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FlyEnemy loop   -   line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14  </a:t>
            </a:r>
            <a:r>
              <a:rPr sz="1800">
                <a:solidFill>
                  <a:srgbClr val="6D8C97"/>
                </a:solidFill>
                <a:latin typeface="Consolas"/>
              </a:rPr>
              <a:t>if self.health &lt;= 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15  </a:t>
            </a:r>
            <a:r>
              <a:rPr sz="1800">
                <a:solidFill>
                  <a:srgbClr val="7FE0A0"/>
                </a:solidFill>
                <a:latin typeface="Consolas"/>
              </a:rPr>
              <a:t>    lootChance = random.randint(1, 100)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NEW: ...pick a number from 1 to 100...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FlyEnemy loop   -   line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14  </a:t>
            </a:r>
            <a:r>
              <a:rPr sz="1800">
                <a:solidFill>
                  <a:srgbClr val="6D8C97"/>
                </a:solidFill>
                <a:latin typeface="Consolas"/>
              </a:rPr>
              <a:t>if self.health &lt;= 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15  </a:t>
            </a:r>
            <a:r>
              <a:rPr sz="1800">
                <a:solidFill>
                  <a:srgbClr val="6D8C97"/>
                </a:solidFill>
                <a:latin typeface="Consolas"/>
              </a:rPr>
              <a:t>    lootChance = random.randint(1, 100)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16  </a:t>
            </a:r>
            <a:r>
              <a:rPr sz="1800">
                <a:solidFill>
                  <a:srgbClr val="7FE0A0"/>
                </a:solidFill>
                <a:latin typeface="Consolas"/>
              </a:rPr>
              <a:t>    if lootChance &gt; 50: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NEW: ...over 50 - half the time...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FlyEnemy loop   -   line 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14  </a:t>
            </a:r>
            <a:r>
              <a:rPr sz="1800">
                <a:solidFill>
                  <a:srgbClr val="6D8C97"/>
                </a:solidFill>
                <a:latin typeface="Consolas"/>
              </a:rPr>
              <a:t>if self.health &lt;= 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15  </a:t>
            </a:r>
            <a:r>
              <a:rPr sz="1800">
                <a:solidFill>
                  <a:srgbClr val="6D8C97"/>
                </a:solidFill>
                <a:latin typeface="Consolas"/>
              </a:rPr>
              <a:t>    lootChance = random.randint(1, 100)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16  </a:t>
            </a:r>
            <a:r>
              <a:rPr sz="1800">
                <a:solidFill>
                  <a:srgbClr val="6D8C97"/>
                </a:solidFill>
                <a:latin typeface="Consolas"/>
              </a:rPr>
              <a:t>    if lootChance &gt; 50: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17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loot = Collectible()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NEW: ...build an ore...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FlyEnemy loop   -   line 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14  </a:t>
            </a:r>
            <a:r>
              <a:rPr sz="1800">
                <a:solidFill>
                  <a:srgbClr val="6D8C97"/>
                </a:solidFill>
                <a:latin typeface="Consolas"/>
              </a:rPr>
              <a:t>if self.health &lt;= 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15  </a:t>
            </a:r>
            <a:r>
              <a:rPr sz="1800">
                <a:solidFill>
                  <a:srgbClr val="6D8C97"/>
                </a:solidFill>
                <a:latin typeface="Consolas"/>
              </a:rPr>
              <a:t>    lootChance = random.randint(1, 100)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16  </a:t>
            </a:r>
            <a:r>
              <a:rPr sz="1800">
                <a:solidFill>
                  <a:srgbClr val="6D8C97"/>
                </a:solidFill>
                <a:latin typeface="Consolas"/>
              </a:rPr>
              <a:t>    if lootChance &gt; 50: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17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loot = Collectible()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18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loot.x = self.x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NEW: ...where I am...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FlyEnemy loop   -   line 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14  </a:t>
            </a:r>
            <a:r>
              <a:rPr sz="1800">
                <a:solidFill>
                  <a:srgbClr val="6D8C97"/>
                </a:solidFill>
                <a:latin typeface="Consolas"/>
              </a:rPr>
              <a:t>if self.health &lt;= 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15  </a:t>
            </a:r>
            <a:r>
              <a:rPr sz="1800">
                <a:solidFill>
                  <a:srgbClr val="6D8C97"/>
                </a:solidFill>
                <a:latin typeface="Consolas"/>
              </a:rPr>
              <a:t>    lootChance = random.randint(1, 100)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16  </a:t>
            </a:r>
            <a:r>
              <a:rPr sz="1800">
                <a:solidFill>
                  <a:srgbClr val="6D8C97"/>
                </a:solidFill>
                <a:latin typeface="Consolas"/>
              </a:rPr>
              <a:t>    if lootChance &gt; 50: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17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loot = Collectible()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18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loot.x = self.x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19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loot.y = self.y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NEW: ...across and up.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FlyEnemy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14  </a:t>
            </a:r>
            <a:r>
              <a:rPr sz="1800">
                <a:solidFill>
                  <a:srgbClr val="7FE0A0"/>
                </a:solidFill>
                <a:latin typeface="Consolas"/>
              </a:rPr>
              <a:t>if self.health &lt;= 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15  </a:t>
            </a:r>
            <a:r>
              <a:rPr sz="1800">
                <a:solidFill>
                  <a:srgbClr val="7FE0A0"/>
                </a:solidFill>
                <a:latin typeface="Consolas"/>
              </a:rPr>
              <a:t>    lootChance = random.randint(1, 100)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16  </a:t>
            </a:r>
            <a:r>
              <a:rPr sz="1800">
                <a:solidFill>
                  <a:srgbClr val="7FE0A0"/>
                </a:solidFill>
                <a:latin typeface="Consolas"/>
              </a:rPr>
              <a:t>    if lootChance &gt; 50: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17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loot = Collectible()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18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loot.x = self.x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19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loot.y = self.y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20  </a:t>
            </a:r>
            <a:r>
              <a:rPr sz="1800">
                <a:solidFill>
                  <a:srgbClr val="7FE0A0"/>
                </a:solidFill>
                <a:latin typeface="Consolas"/>
              </a:rPr>
              <a:t>    destroy(self)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can random.randint(1, 3) give?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Only 1 or 3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1, 2 or 3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Any number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0 to 3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can random.randint(1, 3) give?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Only 1 or 3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1, 2 or 3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Any number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0 to 3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Both ends can be picked.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does FlyEnemy loop need its own import random?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It does not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Every class that uses random needs one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To make the wasps random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To make it faster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does FlyEnemy loop need its own import random?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It does not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Every class that uses random needs one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To make the wasps random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To make it faster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Collectible's import only works in Collectible.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does the loot go above destroy(self)?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It looks nicer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Python reads from the bottom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It is placed where the wasp is, before it is gone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It does not matter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does the loot go above destroy(self)?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It looks nicer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Python reads from the bottom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It is placed where the wasp is, before it is gone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It does not matter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Make the loot while the wasp's x and y are still there.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loot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Play, get the sword and defeat the wasps. About half of them leave an ore behind.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