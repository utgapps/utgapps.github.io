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Which way you 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Remembering a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self.direction = 'right'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code cannot see the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can hold a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Words go in quotes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facing 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Words in quotes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self.direction = 'right'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Writing in quotes is a value too, like 'right' or 'Forest'.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can hold words as well as numbers.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self.direction = 'right'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facing right. The word goes in quotes.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Remember left and right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self.direction = 'right'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remember you face right.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self.direction = 'right'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- 4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self.direction = 'left'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remember you face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self.direction = 'right'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- 4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self.direction = 'left'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Remember up and down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key_is_pressed('arrowUp'):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sprite('pixelheadUp.png')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self.direction = 'up'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remember you face 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key_is_pressed('arrowUp'):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sprite('pixelheadUp.png')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self.direction = 'up'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key_is_pressed('arrowDown'):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- 4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sprite('pixelheadDown.png')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self.direction = 'down'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remember you face down.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key_is_pressed('arrowUp'):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sprite('pixelheadUp.png')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self.direction = 'up'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key_is_pressed('arrowDown'):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- 4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sprite('pixelheadDown.png')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self.direction = 'down'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Turning a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angle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 is the way you drew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90 is up, -90 is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180 is the other way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Swing the way you face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if inside an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    if self.direction == 'up':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inside if only gets asked when the outside one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are pushed in eight spaces.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self.direction == 'up':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Facing up? Four spaces in...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angle turns a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swordSlash.angle = 90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angle is how far the picture is turned, in degrees.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 is as you drew it; 90 points up, -90 down, 180 the other way.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swordSlash.angle = 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...turn it to point up. Eight spaces 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swordSlash.angle = 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self.direction == 'down':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Facing down?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swordSlash.angle = 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'down':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swordSlash.angle = -90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...point it down.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swordSlash.angle = 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'down':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swordSlash.angle = -90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self.direction == 'left':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Facing left?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swordSlash.angle = 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'down':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swordSlash.angle = -90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'left':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swordSlash.angle = 180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...turn it all the way round.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swordSlash.angle = 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self.direction == 'down':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swordSlash.angle = -90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self.direction == 'left':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swordSlash.angle = 180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angle points the slash 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-90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90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angle points the slash 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-90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90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90 is a quarter turn up; -90 is down.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'right' have quotes?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Quotes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words, not a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All variables need quotes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need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'right' have quotes?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Quotes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words, not a name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All variables need quotes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need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Without quotes Python looks for a variable called right.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far in is a line under an if inside an if?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Four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Eight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Two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far in is a line under an if inside an if?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Four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Eight spaces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Two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Four for each if it is inside.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four 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get the sword, and swing facing each way. Each slash points the way Pixelhead faced.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