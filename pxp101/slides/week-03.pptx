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Food to catch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Something to catch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Today: draw food and make it appear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Monster is one class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Food is a brand-new class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 shows up high, somewhere random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Draw your food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food.png - 30 by 30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Smaller than the monster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An apple, a pizza, anything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You can redraw it any week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Give the food its picture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Food start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import random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This gives you surprise numbers - you use it in the very next 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Food start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import random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self.image = sprite('food.png')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Use the food picture you drew.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Food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import random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self.image = sprite('food.png')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Put it somewhere surprising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surprise number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self.x = random.randint(-300, 300)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random.randint(a, b) gives a different number between a and b every time.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 is how the food lands somewhere new on every press of Play.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Food start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self.x = random.randint(-300, 300)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Pick a random spot across the screen, left to right.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Food start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self.x = random.randint(-300, 300)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self.y = random.randint(260, 600)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Start it up high, above the top, ready to fall next week.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Food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self.x = random.randint(-300, 300)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self.y = random.randint(260, 600)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Make one piece of food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 start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Game.foodA = Food()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Make one piece of food. Press Play - it appears up high!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random.randint(-300, 300) give you?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Always -300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 surprise number between -300 and 300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The number 300 every time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 random word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random.randint(-300, 300) give you?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Always -300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 surprise number between -300 and 300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The number 300 every time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 random word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randint picks a new number between the two ends every time.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Food is our second what?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Class - a kind of thing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Colour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Room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Number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Food is our second what?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Class - a kind of thing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Colour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Room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Number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class is a kind of thing. Monster was the first, Food is the second.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Where does code go if it should happen only once? (from week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loop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start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Anywhere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In the picture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Where does code go if it should happen only once? (from week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loop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start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Anywhere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In the picture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start happens once; loop happens over and over.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food appears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 a few times and watch the top of the screen. Your food should appear up high in a new spot each time. It does not fall yet - that is next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