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Food to catch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Something to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Today: draw food and make it appear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Monster is one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Food is a brand-new class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shows up high, somewhere random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Draw your food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food.png - 30 by 30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Smaller than the monster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apple, a pizza,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can redraw it any week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Give the food its picture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start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random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gives you surprise numbers - you use it in the very next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start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random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self.image = sprite('food.png')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Use the food picture you drew.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Food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random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self.image = sprite('food.png')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Put it somewhere surprising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surprise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self.x = random.randint(-300, 300)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random.randint(a, b) gives a different number between a and b every time.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how the food lands somewhere new on every press of Play.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start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self.x = random.randint(-300, 300)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Pick a random spot across the screen, left to right.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start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self.x = random.randint(-300, 300)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self.y = random.randint(260, 600)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it up high, above the top, ready to fall next week.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Food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self.x = random.randint(-300, 300)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self.y = random.randint(260, 600)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Make one piece of food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Play start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Game.foodA = Food()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one piece of food. Press Play - it appears up high!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random.randint(-300, 300)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 -300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surprise number between -300 and 300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number 300 every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random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random.randint(-300, 300)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 -300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surprise number between -300 and 300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number 300 every time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random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randint picks a new number between the two ends every time.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Food is our second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Class - a kind of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Room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Food is our second what?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Class - a kind of thing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Room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class is a kind of thing. Monster was the first, Food is the second.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does code go if it should happen only once? (from week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start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Anywhere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In the picture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does code go if it should happen only once? (from week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start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Anywhere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In the picture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start happens once; loop happens over and over.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food appears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PRESS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Play a few times and watch the top of the screen. Your food should appear up high in a new spot each time. It does not fall yet - that is next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Play in PixelPad.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web deck has a Play it button that runs this exact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game should do the same 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