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Show the final score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Show the final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str() on the GameOver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second label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Reads your final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Sits under GAME 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Show the score you got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Game.finalScore = text()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second label, for the score you got.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Game.finalScore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Game.finalScore.color = "white"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White again.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Game.finalScore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Game.finalScore.color = "white"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Game.finalScore.fontSize =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little smaller than the GAME OVER 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start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Game.finalScore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Game.finalScore.color = "white"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Game.finalScore.fontSize = 28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Game.finalScore.halign = "center"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Middle of the screen, left to right.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start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Game.finalScore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Game.finalScore.color = "white"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Game.finalScore.fontSize = 28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Game.finalScore.halign = "center"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Game.finalScore.y = -60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bit below the middle, under the message.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GameOver start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Game.finalScore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Game.finalScore.color = "white"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Game.finalScore.fontSize = 28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Game.finalScore.halign = "center"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Game.finalScore.y = -60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Game.finalScore.text = 'Final Score: ' + str(Game.score)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words plus your score. str() turns the number into writing.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GameOver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Game.finalScore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Game.finalScore.color = "white"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Game.finalScore.fontSize = 28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Game.finalScore.halign = "center"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Game.finalScore.y = -60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Game.finalScore.text = 'Final Score: ' + str(Game.score)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 we show the score you got inside the words?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get_collision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random.randint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str(Game.score) turns the number into writing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set_room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 we show the score you got inside the words?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get_collision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random.randint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str(Game.score) turns the number into writing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set_room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str() makes the number into writing so it can join the rest of the sentence.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Game.finalScore.y set to -60?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hide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make it fall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put it a little below the middle, under the message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make it white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Game.finalScore.y set to -60?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hide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make it fall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put it a little below the middle, under the message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make it white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 is up and down; -60 is just below the centre, under the GAME OVER 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Does GameOver.start run again every time you lose?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No, only once 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on the first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Yes - start runs each time the room is shown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Does GameOver.start run again every time you lose?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No, only once 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on the first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Yes - start runs each time the room is shown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room's start runs each time you enter it, so the final score is fresh every game.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your score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Play, catch some food, then lose. Under GAME OVER you should read 'Final Score:' and the number you got - and a different number after a different game.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