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Game over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Game 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the flag ends the game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An if inside an if - the last life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Raise the flag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Game loop does the switch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End it on the last life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Game.lives = Game.lives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if Game.lives &lt; 1: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Only when that was the last life...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Bomb loop   -   line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Game.lives = Game.lives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self.y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if Game.lives &lt;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Game.dead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...raise the dead flag. Game loop is watching for 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Bomb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if get_collision(self, 'Monster'):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Game.lives = Game.lives - 1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7FE0A0"/>
                </a:solidFill>
                <a:latin typeface="Consolas"/>
              </a:rPr>
              <a:t>    self.y = -300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7FE0A0"/>
                </a:solidFill>
                <a:latin typeface="Consolas"/>
              </a:rPr>
              <a:t>    if Game.lives &lt;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7FE0A0"/>
                </a:solidFill>
                <a:latin typeface="Consolas"/>
              </a:rPr>
              <a:t>        Game.dead =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Let Game end the game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loop   -   line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Game.dead: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Every loop, Game checks the flag. Only when it is True...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loop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Game.dead: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Game.dead = False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...lower it again, ready for next time...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Game loop   -   line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6D8C97"/>
                </a:solidFill>
                <a:latin typeface="Consolas"/>
              </a:rPr>
              <a:t>if Game.dead: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    Game.dead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set_room('GameOver')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...switch to the GameOver screen. Game does it, because it lives through the room change.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Game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1  </a:t>
            </a:r>
            <a:r>
              <a:rPr sz="1800">
                <a:solidFill>
                  <a:srgbClr val="7FE0A0"/>
                </a:solidFill>
                <a:latin typeface="Consolas"/>
              </a:rPr>
              <a:t>if Game.dead: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    Game.dead = False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7FE0A0"/>
                </a:solidFill>
                <a:latin typeface="Consolas"/>
              </a:rPr>
              <a:t>    set_room('GameOver')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Game loop do the room switch, not the bomb?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Game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bomb cannot use set_room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 lives through a room change; the bomb is destroyed by 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Why does Game loop do the room switch, not the bomb?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Game is faster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The bomb cannot use set_room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looks nicer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Game lives through a room change; the bomb is destroyed by it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Switching rooms destroys the bomb mid-step, so Game, which survives, does it.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Game loop know the game is over?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counts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looks at the mouse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asks the food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checks the Game.dead flag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How does Game loop know the game is over?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It counts the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It looks at the mouse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It asks the food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It checks the Game.dead flag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bomb raises the flag; Game loop watches it and acts when it is True.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flag good for?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Making things fall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part of the game tells another part something happened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Drawing pictures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Keeping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What is a flag good for?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Making things fall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One part of the game tells another part something happened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Drawing pictures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Keeping score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bomb sets it and Game loop checks it - a flag passes a message between them.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it ends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 and lose all three lives. The game should switch away from Play to a blank screen - the empty GameOver room. We fill it next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