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bomb costs a life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bomb costs a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and a flag to remember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flag: Game.dead starts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hit takes a life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bomb rides its recycle back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Set up the dead flag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flag the game remembers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Game.dead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flag is a True/False the game keeps, like Game.dead.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part of the game sets it, and another part checks it and 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Game.dead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flag: not dead yet. Nothing has ended the game.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Lose a life on a hit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get_collision(self, 'Monster'):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this bomb is touching the monster...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Game.lives = Game.lives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one life away...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Game.lives = Game.lives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drop the bomb below the floor, so the recycle lifts it back 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Bomb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Game.lives = Game.lives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when a bomb touches the monster?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You lose a life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You score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game speeds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when a bomb touches the monster?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You lose a life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You score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game speeds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 catches the touch, and Game.lives goes down by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Game.dead?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flag - a True/False the game remembers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Game.dead?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flag - a True/False the game remembers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flag is a True/False. Game.dead starts False and turns True on the last life.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send the hit bomb to -300 too?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delete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its recycle lifts it back to the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score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send the hit bomb to -300 too?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delete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its recycle lifts it back to the top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score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Just like the food, -300 is below the floor so the recycle sends it back 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hits hurt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Steer into a bomb - a life should drop on the label, and the bomb should jump back to the top. The game keeps going even past zero for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