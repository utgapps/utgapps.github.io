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It follows your mouse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once. loop for ever.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happens one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happens about 60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Moving things live in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Follow the mouse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loop happens over and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mouse_x()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every second, for as long as the game is 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lives in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mouse_x()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mouse_x()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This is where your mouse is, left to right.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Put it in loop and your monster keeps up with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Monster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mouse_x()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Follow the mouse, left and right.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follows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move your mouse. Your monster should slide along the bottom. Now push it off the side - it escapes!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Stop it at the edges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means only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self.x &gt; 320: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 under an if only runs when the if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line is indented four spaces - that is how Python knows it belongs to the if.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Monster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&gt; 320: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the monster has gone too far right...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Monster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320: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320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...put it back to the edge. Four spaces in front!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Monster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320: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320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&lt; -320: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it has gone too far left...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Monster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320: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self.x = 320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-320: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-320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...put it back to that edge too.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Monster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&gt; 320: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320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&lt; -320: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self.x = -320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a line go if you want it to happen over and over?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 the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a line go if you want it to happen over and over?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loop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 the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happens once. loop happens again and again.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if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when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if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when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Twice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 underneath only runs when the if is true.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line under the if pushed in four spaces? (from week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look tidy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Python knows it belongs to the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Because it is a long line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need to be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line under the if pushed in four spaces? (from week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look tidy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Python knows it belongs to the if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Because it is a long line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need to be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Indenting is how Python sees which lines belong to the if.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stays on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However far you push, your monster should stop at the edge.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