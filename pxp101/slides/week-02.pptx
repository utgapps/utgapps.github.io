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follows your mouse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start once. loop for ever.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start happens one time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loop happens about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Moving things live in loop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Follow the mouse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loop happens over and 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PIXELPAD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self.x = mouse_x()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loop runs about 60 times every second, for as long as the game is 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Anything that moves lives in loop.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mouse_x()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self.x = mouse_x()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where your mouse is, left to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 it in loop and your monster keeps up with you.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Monster loop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self.x = mouse_x()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Follow the mouse, left and right.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follows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PRESS 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Play and move your mouse. Your monster should slide along the bottom. Now push it off the side - it escapes!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Play in PixelPad.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web deck has a Play it button that runs this exact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game should do the same thing.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Stop it at the edges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if means only when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if self.x &gt; 320: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line under an if only runs when the if is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line is indented four spaces - that is how Python knows it belongs to the if.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Monster loop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if self.x &gt; 320: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Only when the monster has gone too far right...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Monster loop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if self.x &gt; 320: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self.x = 320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...put it back to the edge. Four spaces in front!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Monster loop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if self.x &gt; 320: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self.x = 320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if self.x &lt; -320: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Only when it has gone too far left...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Monster loop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if self.x &gt; 320: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self.x = 320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if self.x &lt; -320: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self.x = -320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...put it back to that edge too.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Monster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if self.x &gt; 320: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self.x = 320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if self.x &lt; -320: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self.x = -320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does a line go if you want it to happen over and over?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start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does not matter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In the picture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does a line go if you want it to happen over and over?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start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loop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does not matter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In the picture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start happens once. loop happens again and again.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if mean?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Always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Only when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if mean?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Always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Only when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line underneath only runs when the if is true.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the line under the if pushed in four spaces? (from week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look tidy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So Python knows it belongs to the if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Because it is a long line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need to be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the line under the if pushed in four spaces? (from week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look tidy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So Python knows it belongs to the if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Because it is a long line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need to be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Indenting is how Python sees which lines belong to the if.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stays on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PRESS 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Play. However far you push, your monster should stop at the edge.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Play in PixelPad.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web deck has a Play it button that runs this exact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game should do the same 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