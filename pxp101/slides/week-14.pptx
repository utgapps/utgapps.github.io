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Harder and busier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Harder and busier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speed up, cap, and crowd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catch speeds it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cap at 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More food and bombs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Speed up on every catch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Game.score = Game.score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Game.fallSpeed = Game.fallSpeed + 0.2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speed the whole game up a little - every catch makes it harder.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a lid on the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Game.fallSpeed &gt; 9: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the speed has climbed past 9...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Game.fallSpeed &gt; 9: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Game.fallSpeed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...hold it at 9, so it gets hard but never impossible.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Food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Game.fallSpeed &gt; 9: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Game.fallSpeed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makes the game speed up as you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clock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Each catch adds a little to Game.fallSpeed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Pressing Play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mouse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makes the game speed up as you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clock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Each catch adds a little to Game.fallSpeed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Pressing Play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mouse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catch now adds 0.2 to fallSpeed, so every catch makes the food fall faster.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the cap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Speeds it up more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Stops the speed climbing past 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a life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a new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the cap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Speeds it up more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Stops the speed climbing past 9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a life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a new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when fallSpeed goes over 9, it is held at 9 - hard but not impossible.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make more food and bombs this week?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busier screen makes the game more fun and harder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slow it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show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make more food and bombs this week?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busier screen makes the game more fun and harder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slow it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show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More Food() and Bomb() objects means more to catch and more to dodge at once.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Fill the screen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Game.foodB = Food()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piece of food.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Game.foodB = Food()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Game.foodC = Food()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Game.foodB = Food()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Game.foodC = Food()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Game.bombB = Bomb()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a second bomb. Now the screen is busy.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Game.foodB = Food()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Game.foodC = Food()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Game.bombB = Bomb()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fast and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There should be more food and more bombs, and the longer you catch food the faster everything falls - up to a hard but playable limit.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