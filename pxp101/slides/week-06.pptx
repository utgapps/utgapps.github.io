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Show the score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Show the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text() puts words on the screen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label made with text()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Rewritten every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score at last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Make the label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text() shows words on the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Game.label = text()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text() makes a label. Set its .text to the words you want to show.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Add str() when the words include a number, so 3 becomes the writing '3'.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Game.label = text()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a label - a bit of writing on the screen.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Game.label = text()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Game.label.color = "white"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White, so it shows up on the dark background.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Game.label = text()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Game.label.color = "white"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Game.label.y = 235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Put it near the top. Big y is 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Game.label = text()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Game.label.color = "white"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Game.label.y = 235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Game.label.text = 'Score: 0'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What it says before you have caught anything.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Game.label = text()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Game.label.color = "white"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Game.label.y = 235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Game.label.text = 'Score: 0'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Keep it up to date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Game.label.text = 'Score: ' + str(Game.score) + '   Lives: ' + str(Game.lives)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Every loop, rewrite the label with the score and lives right now. str() turns each number into writing.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text() make?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new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falling food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random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label - words on the screen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text() make?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new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falling food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random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label - words on the screen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text() makes a label; its .text is the words it shows.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 we put str() around Game.score?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turn the number into writing we can show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make it bigger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make it random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hide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 we put str() around Game.score?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turn the number into writing we can show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make it bigger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make it random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hide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label holds writing, so str() turns the number 3 into the writing '3'.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the label line in Play loop, not Play start?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make it appear once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loop is tidier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So it updates every loop as the score changes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the label line in Play loop, not Play start?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make it appear once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loop is tidier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So it updates every loop as the score changes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score keeps changing, so the label has to be rewritten over and over in loop.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the score shows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A white 'Score: 0   Lives: 3' should sit near the top, and the number should climb every time you catch food.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