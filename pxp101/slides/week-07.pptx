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A bomb appears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bomb appears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your third class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Draw a bomb sprite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new class with its own picture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Made and dropped in the room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Give the bomb its picture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Bomb start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import random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Bomb start is its own panel, so it needs its own import.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Bomb start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import random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self.image = sprite('bomb.png')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Use the bomb picture you drew.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Bomb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import random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self.image = sprite('bomb.png')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Put it random and high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Bomb start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self.x = random.randint(-300, 300)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random spot across the screen, the same as the food.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Bomb start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self.x = random.randint(-300, 300)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self.y = random.randint(300, 700)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Higher than the food starts, so the first bomb gives you a moment.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Bomb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self.x = random.randint(-300, 300)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self.y = random.randint(300, 700)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Make one bomb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 start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Game.bomb = Bomb()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Make one bomb and drop it in the room, just like a Food.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Bomb is our third what?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Room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Class - a kind of thing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Score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Colour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Bomb is our third what?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Room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Class - a kind of thing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Score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Colour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class is a kind of thing. Monster, Food, and now Bomb.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Game.bomb = Bomb() do?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Draws the bomb picture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Ends the game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Adds to the score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Makes one bomb and puts it in the room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Game.bomb = Bomb() do?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Draws the bomb picture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Ends the game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Adds to the score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Makes one bomb and puts it in the room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Bomb() makes one bomb; nothing appears until you make 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Where does the falling code for the bomb go next week?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Bomb start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Play start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Bomb loop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Game start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Where does the falling code for the bomb go next week?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Bomb start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Play start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Bomb loop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Game start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Anything that moves lives in loop, so the bomb falls from Bomb loop.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a bomb is waiting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Play. A bomb should appear somewhere up high and just hang there. It does not move yet - that is next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