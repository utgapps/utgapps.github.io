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GameOver screen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GameOver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text() on a new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big GAME OVER message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Centered with halign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Read after you lose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Write GAME OVER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Game.message = text()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label for the GameOver screen.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Game.message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Game.message.color = "white"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White, so it shows on the dark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Game.message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Game.message.color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Game.message.fontSize =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Big writing - this is the main message.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Game.message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Game.message.color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Game.message.fontSize = 40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Game.message.halign = "center"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Line it up in the middle of the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Game.message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Game.message.color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Game.message.fontSize = 40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Game.message.halign = "center"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Game.message.text = 'GAME OVER - tap to play again'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words to show. The tap part starts working in two weeks.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GameOver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Game.message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Game.message.color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Game.message.fontSize = 40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Game.message.halign = "center"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Game.message.text = 'GAME OVER - tap to play again'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GameOver?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kind of 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Another room - a second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GameOver?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kind of 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Another room - a second screen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GameOver is a room, a whole screen the game switches to when you lose.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halign = "center"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Makes them white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Makes them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Lines the words up in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them fall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halign = "center"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Makes them white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Makes them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Lines the words up in the middle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them fall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halign is how the writing lines up left-to-right; center puts it in the middle.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tap-to-play-again words show now, but tapping does nothing yet. Why?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We write the code that listens for the tap in two weeks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broken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You tapped wrong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room is asleep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tap-to-play-again words show now, but tapping does nothing yet. Why?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We write the code that listens for the tap in two weeks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broken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You tapped wrong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room is asleep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message is just writing for now; the loop that listens comes in week 13.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GAME OVER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lose all three lives. A big white 'GAME OVER - tap to play again' should be centered on the screen. Tapping does nothing yet.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