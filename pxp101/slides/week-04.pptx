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falls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it 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loop runs ~60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little lower each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Off the bottom? Back to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Food that never stops coming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speed the game can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Game.fallSpeed belongs to the whole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it at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number, every food obeys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Game.fallSpeed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How fast the food falls. One number the whole game shares.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food fall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Food loop is its own panel, so it needs its own import.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Falling is just changing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- Game.fallSpeed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Take a little off y every loop and the object slides down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bigger the number you take off, the faster it falls.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Game.fallSpeed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speed off y every loop, so the food slides 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Food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Game.fallSpeed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falls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food should slide down the screen - and then fall off the bottom and never come back. Let them see the problem before we fix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Send it back to the 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-260: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the food has dropped off the bottom...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-260: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random.randint(-300, 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...pick a new spot across the screen...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Food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-260: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random.randint(260,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...back up high, ready to fall all over again.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Food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-260: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random.randint(260,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 you make something fall down the screen?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Add to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Change its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Press Play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Take a little off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 you make something fall down the screen?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Add to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Change its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Press Play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Take a little off its y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 is up and down, so taking a little off it each loop moves it down.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Game.fallSpeed?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food's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number the whole game shares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Game.fallSpeed?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food's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number the whole game shares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lives on Game, so every food falls at the same speed.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mean? (from week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Sixty times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when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mean? (from week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Sixty times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when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indented line runs only when the if is true.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rains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Now the food should fall, drop off the bottom, and reappear up high to fall again - over and over.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