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Catch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catching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Today: score, lives, and a real catch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Are the monster and food touching?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If so, score goes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food jumps back to the 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the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Game.score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the score at zero when the game begins.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with three lives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Game.lives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lives to start. Nothing takes one yet - that comes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Catch the food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get_collision(self, 'Monster'):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'Monster') is True only when this object is touching a Monster.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 it in an if to make something happen the moment they touch.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get_collision(self, 'Monster'):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this food is touching the monster...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a number by adding to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Game.score = Game.score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Game.score = Game.score + 1 takes the score and makes it one bigger.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old value goes in on the right, the new value comes out on the left.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Game.score = Game.score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one to the score...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Game.score = Game.score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drop it below the floor, so the recycle lifts it back to the 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Food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Game.score = Game.score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get_collision(self, 'Monster')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this food is touching the monster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When you press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get_collision(self, 'Monster')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this food is touching the monster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When you press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is True only while the two things are touching.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Game.score = Game.score + 1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Sets the score to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Takes a point away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the score one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Shows the score on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Game.score = Game.score + 1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Sets the score to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Takes a point away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the score one bigger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Shows the score on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takes the score and adds one to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send the caught food to -300?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last week's recycle lifts it back to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delete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send the caught food to -300?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last week's recycle lifts it back to the top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delete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-300 is below the floor, so the recycle if sends it back up high.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 can catch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Move the monster under the falling food. When it touches, the food should jump straight back to the top. The score is going up inside - we show it next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