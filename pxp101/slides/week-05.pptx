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Week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Catch it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Make catching count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Today: score, lives, and a real catch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Are the monster and food touching?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If so, score goes up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food jumps back to the top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Start the score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Game start   -   line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7FE0A0"/>
                </a:solidFill>
                <a:latin typeface="Consolas"/>
              </a:rPr>
              <a:t>Game.score = 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Start the score at zero when the game begins.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Start with three lives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Game start   -   line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7FE0A0"/>
                </a:solidFill>
                <a:latin typeface="Consolas"/>
              </a:rPr>
              <a:t>Game.lives =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Three lives to start. Nothing takes one yet - that comes later.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Catch the food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get_collision - are they touching?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PIXELPAD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if get_collision(self, 'Monster'):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get_collision(self, 'Monster') is True only when this object is touching a Monster.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Put it in an if to make something happen the moment they touch.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Food loop   -   line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7FE0A0"/>
                </a:solidFill>
                <a:latin typeface="Consolas"/>
              </a:rPr>
              <a:t>if get_collision(self, 'Monster'):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Only when this food is touching the monster...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Change a number by adding to 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PYTHON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Game.score = Game.score + 1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Game.score = Game.score + 1 takes the score and makes it one bigger.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old value goes in on the right, the new value comes out on the left.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Food loop   -   line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if get_collision(self, 'Monster'):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7FE0A0"/>
                </a:solidFill>
                <a:latin typeface="Consolas"/>
              </a:rPr>
              <a:t>    Game.score = Game.score + 1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...add one to the score...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Food loop   -   line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if get_collision(self, 'Monster'):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    Game.score = Game.score + 1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7FE0A0"/>
                </a:solidFill>
                <a:latin typeface="Consolas"/>
              </a:rPr>
              <a:t>    self.y = -300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...and drop it below the floor, so the recycle lifts it back to the top.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Food loop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7FE0A0"/>
                </a:solidFill>
                <a:latin typeface="Consolas"/>
              </a:rPr>
              <a:t>if get_collision(self, 'Monster'):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7FE0A0"/>
                </a:solidFill>
                <a:latin typeface="Consolas"/>
              </a:rPr>
              <a:t>    Game.score = Game.score + 1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7FE0A0"/>
                </a:solidFill>
                <a:latin typeface="Consolas"/>
              </a:rPr>
              <a:t>    self.y = -300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When is get_collision(self, 'Monster') True?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When this food is touching the monster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Always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When you press Play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Never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When is get_collision(self, 'Monster') True?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When this food is touching the monster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Always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When you press Play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Never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get_collision is True only while the two things are touching.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What does Game.score = Game.score + 1 do?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Sets the score to 1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Takes a point away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Makes the score one bigger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Shows the score on screen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What does Game.score = Game.score + 1 do?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Sets the score to 1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Takes a point away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Makes the score one bigger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Shows the score on screen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takes the score and adds one to it.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Why send the caught food to -300? (this week)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So last week's recycle lifts it back to the top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To delete it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To make it bigger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To end the game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Why send the caught food to -300? (this week)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So last week's recycle lifts it back to the top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To delete it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To make it bigger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To end the game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-300 is below the floor, so the recycle if sends it back up high.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Checkpoint: you can catch 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CHECKPOINT - PRESS PLAY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Press Play. Move the monster under the falling food. When it touches, the food should jump straight back to the top. The score is going up inside - we show it next week.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Press Play in PixelPad.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web deck has a Play it button that runs this exact week.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Everyone's game should do the same thing.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