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Your monster appears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Monster Munch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game you are going to build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draw the monster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catches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dodges bombs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By week 15 it is yours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your monster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monster.png - 48 by 48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Big blocky shapes work best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eyes is plenty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 redraw it any week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on the Play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happens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sprite('monster.png')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in start runs one time, right at the beginning.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to set a picture, a place, or a starting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room is one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set_room('Play')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game can have more than one screen. Each one is a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picks which screen to show.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the game on the screen called Play.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it a picture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is your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sprite('monster.png')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sprite() finds the picture you drew and puts it on the object.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has to match exactly, including the .png.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Monster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sprite('monster.png')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picture you drew.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 is up and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-210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of the screen is 0. Bigger numbers go UP.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Minus numbers go DOWN, so -210 is near the bottom.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Monster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sprite('monster.png')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-210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 the monster near the bottom. Minus is down.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Monster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sprite('monster.png')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-210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one monster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Game.monster = Monster()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Monster() makes one monster and puts it in the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Nothing appears until you make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Game.monster = Monster()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monster. Press Play - it appears!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your monster is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Your monster should be sitting near the bottom of the screen. Press the button to see what it should look like.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