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The bomb falls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The bomb 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the same trick as the food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Off its y every loop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Shares Game.fallSpeed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Recycled back to the top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Make the bomb fall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Bomb loop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import random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Bomb loop is its own panel too - its own import.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Bomb loop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import random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self.y = self.y - Game.fallSpeed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same falling line the food uses. Bombs share the one speed.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Bomb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import random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self.y = self.y - Game.fallSpeed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Send it back to the top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Bomb loop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self.y &lt; -260: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Only when the bomb has dropped off the bottom...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Bomb loop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self.y &lt; -260: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self.x = random.randint(-300, 300)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...pick a new spot across the screen...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Bomb loop   -   line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self.y &lt; -260: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self.x = random.randint(-300, 300)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self.y = random.randint(300, 700)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...back up high, ready to fall again.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Bomb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self.y &lt; -260: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self.x = random.randint(-300, 300)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self.y = random.randint(300, 700)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How does the bomb fall?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Take Game.fallSpeed off its y every loop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Add to its y every loop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Change its picture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Press Play twice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How does the bomb fall?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Take Game.fallSpeed off its y every loop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Add to its y every loop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Change its picture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Press Play twice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Falling is taking a little off y each loop - the same line the food uses.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does the bomb need its own recycle?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To make it bigger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To end the game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To change its colour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So it comes back after it drops off the bottom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does the bomb need its own recycle?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To make it bigger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To end the game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To change its colour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So it comes back after it drops off the bottom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Recycle sends it back up high so it can fall again for ever.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Do the bomb and food share Game.fallSpeed?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Yes - it is one number the whole game shares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No, each has its own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Only the food falls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Only the bomb falls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Do the bomb and food share Game.fallSpeed?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Yes - it is one number the whole game shares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No, each has its own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Only the food falls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Only the bomb falls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fallSpeed lives on Game, so every falling thing uses the same speed.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bombs rain 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Play. The bomb should fall, drop off the bottom, and come back up high to fall again - over and over. Touching it does nothing yet.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