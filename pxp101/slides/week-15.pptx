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title screen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title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front door for your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Start room with the title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Tap to begin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game boots on 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the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Start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Game.title = text()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label for the title screen.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Start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Game.title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Game.title.color = "white"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White writing.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Start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Game.title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Game.title.color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Game.title.fontSize =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Big - it is the name of your game.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Start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Game.title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Game.title.color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Game.title.fontSize = 44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Game.title.halign = "center"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Middle of the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Start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Game.title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Game.title.color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Game.title.fontSize = 44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Game.title.halign = "center"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Game.title.text = 'MONSTER MUNCH - tap to begin'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name, and how to start.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Start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Game.title = text()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Game.title.color = "white"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Game.title.fontSize = 44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Game.title.halign = "center"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Game.title.text = 'MONSTER MUNCH - tap to begin'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Tap to begin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Start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 ') or mouse_was_pressed('left'):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the player taps...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Start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 ') or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...start the game by going to the Play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Start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 ') or mouse_was_pressed('left'):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Start room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Keeping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Making the bomb fall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title screen you tap to begin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Ending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Start room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Keeping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Making the bomb fall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title screen you tap to begin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Ending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Start is the first screen the player sees, with the title and 'tap to begin'.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15 changes set_room('Play') to set_room('Start'). Why?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the game boots on the new title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add a life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delete Play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15 changes set_room('Play') to set_room('Start'). Why?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the game boots on the new title screen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add a life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delete Play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 start's set_room picks the boot room; now the game opens on the title.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This is the whole course's ONE rewrite. Why is it allowed?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Rewrites are always fine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saves typing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teaches a real lesson about rooms, it is not just churn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was a mistake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This is the whole course's ONE rewrite. Why is it allowed?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Rewrites are always fine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saves typing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teaches a real lesson about rooms, it is not just churn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was a mistake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rewrite that carries a real lesson earns its place; week 1 had no Start room to boot into yet.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Boot on the title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Game start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set_room('Start')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Now start on the Start screen - your title - instead of Play.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Game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set_room('Start')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whole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title screen shows first. Tap to begin, play a full game with food and bombs, lose, read your score, and tap to play again from a fresh start.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