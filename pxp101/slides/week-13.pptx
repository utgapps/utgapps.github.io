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Play again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Play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tap starts a fresh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Listen with key_was_pressed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Reset score, lives, 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Back to Play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Listen and reset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Waiting for a tap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key_was_pressed(' ') or mouse_was_pressed('left'):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key_was_pressed(' ') is true the moment the space bar goes down; mouse_was_pressed('left') the moment you click.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Put it in an if to wait on a screen until the player taps to go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 or mouse_was_pressed('left'):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the player taps space or clicks the mouse...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 or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Game.score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...set the score back to zero...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 or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Game.lives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...give back all three lives...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 or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Game.lives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Game.fallSpeed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...slow it back to the start speed...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 or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Game.lives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Game.fallSpeed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go to Play for a fresh game. A room is allowed to switch itself.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GameOver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 or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Game.lives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Game.fallSpeed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key_was_pressed(' ') check?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Whether the space bar was just pressed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Where the mouse 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If a bomb hit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key_was_pressed(' ') check?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Whether the space bar was just pressed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Where the mouse 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If a bomb hit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true for the one moment the space bar goes down.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set the score, lives, and fallSpeed back before Play?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end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it harder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the next game starts fresh, not where the last one ended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draw the bomb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set the score, lives, and fallSpeed back before Play?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end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it harder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the next game starts fresh, not where the last one ended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draw the bomb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Without resetting, you would start the new game with 0 lives and full speed.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GameOver loop is allowed to call set_room on itself. Why is that safe?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Rooms are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not really safe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room is not destroyed by a room change the way an object 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set_room only works in rooms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GameOver loop is allowed to call set_room on itself. Why is that safe?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Rooms are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not really safe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room is not destroyed by a room change the way an object is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set_room only works in rooms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room survives the switch, unlike the bomb - that is why week 10 used a flag instead.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play again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lose all your lives, then tap space or click. The game should start over fresh - full lives, score at zero, slow again.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