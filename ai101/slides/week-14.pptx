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When it is confidently wrong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Get out week 4's homework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Who had a wrong answer?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Did it sound wrong?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No.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That is today.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Hallucination hunt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10 minutes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Make it state something false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must be able to prove it is false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Best three go on the board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Why it happens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It predicts likely next words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Nothing in that checks for truth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Fluent and correct are unrelated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is not lying - lying needs knowing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It learned from what people wrote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Describe a nurse. An engineer. A criminal.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Compare answers across the room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repeats what was common in the text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Prompt injection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"Ignore your instructions and..."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Attack your partner's companion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often works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This is a real security problem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Neither defence is perfect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Rules in the persona - can be talked around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Guards in code - blunt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So never let it decide anything alone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