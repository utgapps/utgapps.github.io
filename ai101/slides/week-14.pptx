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it is confidently wrong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out week 4's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Who had a wrong answer?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Did it sound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Hallucination hunt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state something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must be able to prove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 three go on the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predicts likely next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in that checks for truth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Fluent and correct are unrelated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lying - lying needs knowing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learned from what people wrote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Describe a nurse. An engineer. A criminal.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 answers across the room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repeats what was common in the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"Ignore your instructions and..."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Attack your partner's companion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often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a real security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Neither defence is perfect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Rules in the persona - can be talked around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Guards in code - blunt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never let it decide anything alone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172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173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174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175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176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177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178  </a:t>
            </a:r>
            <a:r>
              <a:rPr sz="1400">
                <a:solidFill>
                  <a:srgbClr val="7FE0A0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179  </a:t>
            </a:r>
            <a:r>
              <a:rPr sz="1400">
                <a:solidFill>
                  <a:srgbClr val="7FE0A0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180  </a:t>
            </a:r>
            <a:r>
              <a:rPr sz="1400">
                <a:solidFill>
                  <a:srgbClr val="7FE0A0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181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182  </a:t>
            </a:r>
            <a:r>
              <a:rPr sz="14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183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184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185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186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187  </a:t>
            </a:r>
            <a:r>
              <a:rPr sz="1400">
                <a:solidFill>
                  <a:srgbClr val="DCECEF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189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190  </a:t>
            </a:r>
            <a:r>
              <a:rPr sz="1400">
                <a:solidFill>
                  <a:srgbClr val="DCECEF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191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192  </a:t>
            </a:r>
            <a:r>
              <a:rPr sz="1400">
                <a:solidFill>
                  <a:srgbClr val="DCECEF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193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194  </a:t>
            </a:r>
            <a:r>
              <a:rPr sz="1400">
                <a:solidFill>
                  <a:srgbClr val="DCECEF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195  </a:t>
            </a:r>
            <a:r>
              <a:rPr sz="1400">
                <a:solidFill>
                  <a:srgbClr val="DCECEF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196  </a:t>
            </a:r>
            <a:r>
              <a:rPr sz="1400">
                <a:solidFill>
                  <a:srgbClr val="DCECEF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197  </a:t>
            </a:r>
            <a:r>
              <a:rPr sz="1400">
                <a:solidFill>
                  <a:srgbClr val="DCECEF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198  </a:t>
            </a:r>
            <a:r>
              <a:rPr sz="1400">
                <a:solidFill>
                  <a:srgbClr val="DCECEF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199  </a:t>
            </a:r>
            <a:r>
              <a:rPr sz="14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200  </a:t>
            </a:r>
            <a:r>
              <a:rPr sz="1400">
                <a:solidFill>
                  <a:srgbClr val="DCECEF"/>
                </a:solidFill>
                <a:latin typeface="Consolas"/>
              </a:rPr>
              <a:t>    bubble.remove();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201  </a:t>
            </a:r>
            <a:r>
              <a:rPr sz="1700">
                <a:solidFill>
                  <a:srgbClr val="DCECEF"/>
                </a:solidFill>
                <a:latin typeface="Consolas"/>
              </a:rPr>
              <a:t>    addLine('problem', problem.message);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202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203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DCECEF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DCECEF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 class="caution"&gt;It can be confidently wrong. Check anything that matters.&lt;/p&gt;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DCECEF"/>
                </a:solidFill>
                <a:latin typeface="Consolas"/>
              </a:rPr>
              <a:t>  &lt;/header&gt;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1  </a:t>
            </a:r>
            <a:r>
              <a:rPr sz="1400">
                <a:solidFill>
                  <a:srgbClr val="DCECEF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2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3  </a:t>
            </a:r>
            <a:r>
              <a:rPr sz="1400">
                <a:solidFill>
                  <a:srgbClr val="DCECEF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4  </a:t>
            </a:r>
            <a:r>
              <a:rPr sz="1400">
                <a:solidFill>
                  <a:srgbClr val="DCECEF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5  </a:t>
            </a:r>
            <a:r>
              <a:rPr sz="1400">
                <a:solidFill>
                  <a:srgbClr val="DCECEF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6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7FE0A0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