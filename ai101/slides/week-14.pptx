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When it is confidently wrong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out week 4's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Who had a wrong answer?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Did it sound wrong?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today.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Hallucination hunt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10 minutes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it state something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must be able to prove it is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Best three go on the 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it happens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predicts likely next words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in that checks for truth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Fluent and correct are unrelated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lying - lying needs knowing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learned from what people wrote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Describe a nurse. An engineer. A criminal.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Compare your answer with a classmate's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repeats what was common in the 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Prompt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"Ignore your instructions and..."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Attack your partner's companion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often works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is a real security problem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guards itself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Send an empty message (nothing happens), then paste a huge block over 500 characters - you should get 'That is too long...' instead of a wasted request. And read the caution line under the title: even a confident answer can be wrong.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Neither defence is perfect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Rules in the persona - can be talked around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Guards in code - blunt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never let it decide anything alone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185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186  </a:t>
            </a:r>
            <a:r>
              <a:rPr sz="1800">
                <a:solidFill>
                  <a:srgbClr val="6D8C97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187  </a:t>
            </a:r>
            <a:r>
              <a:rPr sz="1800">
                <a:solidFill>
                  <a:srgbClr val="6D8C97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188  </a:t>
            </a:r>
            <a:r>
              <a:rPr sz="1800">
                <a:solidFill>
                  <a:srgbClr val="7FE0A0"/>
                </a:solidFill>
                <a:latin typeface="Consolas"/>
              </a:rPr>
              <a:t>  if (text.length &gt; 500)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Week 14: guard against a giant message. .length is the character count.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186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'That is too long for one message - try under 500 characters.');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Tell them kindly it is too long.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186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is too long for one message - try under 500 characters.');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stop before sending - do not waste the whole budget on one message.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186  </a:t>
            </a:r>
            <a:r>
              <a:rPr sz="1300">
                <a:solidFill>
                  <a:srgbClr val="6D8C97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6D8C97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addLine('problem', 'That is too long for one message - try under 500 characters.');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6D8C97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if.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180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181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182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184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186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14: never trust what a user types. A giant message wastes the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187  </a:t>
            </a:r>
            <a:r>
              <a:rPr sz="1300">
                <a:solidFill>
                  <a:srgbClr val="7FE0A0"/>
                </a:solidFill>
                <a:latin typeface="Consolas"/>
              </a:rPr>
              <a:t>  // whole conversation budget and gets the request refused for everyone.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188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(text.length &gt; 500)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189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'That is too long for one message - try under 500 characters.');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190  </a:t>
            </a:r>
            <a:r>
              <a:rPr sz="13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191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193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194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195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198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199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200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202  </a:t>
            </a:r>
            <a:r>
              <a:rPr sz="13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203  </a:t>
            </a:r>
            <a:r>
              <a:rPr sz="13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204  </a:t>
            </a:r>
            <a:r>
              <a:rPr sz="1300">
                <a:solidFill>
                  <a:srgbClr val="7FE0A0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205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206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207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208  </a:t>
            </a:r>
            <a:r>
              <a:rPr sz="1300">
                <a:solidFill>
                  <a:srgbClr val="7FE0A0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209  </a:t>
            </a:r>
            <a:r>
              <a:rPr sz="1300">
                <a:solidFill>
                  <a:srgbClr val="7FE0A0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210  </a:t>
            </a:r>
            <a:r>
              <a:rPr sz="1300">
                <a:solidFill>
                  <a:srgbClr val="7FE0A0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214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said);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215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216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refuse a message over 500 characters?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huge message wastes the budget and gets the request refused for everyone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is rude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AI cannot read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save the file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refuse a message over 500 characters?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huge message wastes the budget and gets the request refused for everyone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is rude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AI cannot read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save the file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giant message can blow past the 4000-character wall and get the whole request refused.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text.length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number of characters in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AI's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true or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text.length is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number of characters in text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AI's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true or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.length on a string is its character count.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caution line under the title reminds users that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AI can be confidently wrong - check what matters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 is always right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often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pick a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caution line under the title reminds users that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AI can be confidently wrong - check what matters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 is always right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save often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pick a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Even a fluent, confident answer can be wrong; the caution keeps students sceptical.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5 - why check if (!res.ok)?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fetch does NOT throw on a refusal, so you must check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make it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stream the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save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5 - why check if (!res.ok)?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fetch does NOT throw on a refusal, so you must check yourself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make it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stream the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save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401 or 429 looks just like a success to fetch until you check res.ok.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8 - what keeps the conversation under the server's limit?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trimHistory drops the oldest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 shortens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 slider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8 - what keeps the conversation under the server's limit?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trimHistory drops the oldest messages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AI shortens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 slider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trimHistory removes old messages so each request stays under the 4000-character wall.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class="caution"&gt;It can be confidently wrong. Check anything that matters.&lt;/p&gt;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caution line under the title: the AI can be confidently wrong. class="caution" styles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.caution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caution 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0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around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8px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Padding inside.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border-left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border-left: 3px solid #e9952a;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border on ONE edge - the left.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border (week 2) drew a line all the way round; this is just one side.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coloured stripe down the left makes the caution stand out.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border-left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border-left is a line down just one edge of a bubble.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border-left: 3px solid #e9952a;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coloured stripe down the LEFT edge - the warning accent.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#fff8e9;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soft warning-yellow background.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#fff8e9;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Brown text to match.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#fff8e9;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Small - it is a note, not a headline.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.caution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0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8px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border-left: 3px solid #e9952a;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#fff8e9;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