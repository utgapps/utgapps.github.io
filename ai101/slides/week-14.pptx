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your answer with a classmate's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guards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Send an empty message (nothing happens), then paste a huge block over 500 characters - you should get 'That is too long...' instead of a wasted request. And read the caution line under the title: even a confident answer can be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186  </a:t>
            </a:r>
            <a:r>
              <a:rPr sz="18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(text.length &gt; 500)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Week 14: guard against a giant message. .length is the character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them kindly it is too long.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before sending - do not waste the whole budget on one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huge message wastes the budget and gets the request refused for everyone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huge message wastes the budget and gets the request refused for everyone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giant message can blow past the 4000-character wall and get the whole request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 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 in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.length on a string is its character count.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 be confidently wrong - check what matters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 be confidently wrong - check what matters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Even a fluent, confident answer can be wrong; the caution keeps students sceptical.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fetch does NOT throw on a refusal, so you must check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fetch does NOT throw on a refusal, so you must check yourself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401 or 429 looks just like a success to fetch until you check res.ok.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trimHistory drops the oldest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trimHistory drops the oldest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trimHistory removes old messages so each request stays under the 4000-character wall.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caution line under the title: the AI can be confidently wrong. class="caution" styles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.caution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caution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around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8px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inside.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border-left: 3px solid #e9952a;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border on ONE edge - the left.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drew a line all the way round; this is just one 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coloured stripe down the left makes the caution stand out.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border-left is a line down just one edge of a bubble.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coloured stripe down the LEFT edge - the warning accent.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warning-yellow background.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- it is a note, not a headline.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