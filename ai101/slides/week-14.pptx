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your answer with a classmate's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180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181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182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184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185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186  </a:t>
            </a:r>
            <a:r>
              <a:rPr sz="1400">
                <a:solidFill>
                  <a:srgbClr val="7FE0A0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187  </a:t>
            </a:r>
            <a:r>
              <a:rPr sz="1400">
                <a:solidFill>
                  <a:srgbClr val="7FE0A0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188  </a:t>
            </a:r>
            <a:r>
              <a:rPr sz="1400">
                <a:solidFill>
                  <a:srgbClr val="7FE0A0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189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190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191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192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193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194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195  </a:t>
            </a:r>
            <a:r>
              <a:rPr sz="1400">
                <a:solidFill>
                  <a:srgbClr val="DCECEF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198  </a:t>
            </a:r>
            <a:r>
              <a:rPr sz="1400">
                <a:solidFill>
                  <a:srgbClr val="DCECEF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199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200  </a:t>
            </a:r>
            <a:r>
              <a:rPr sz="1400">
                <a:solidFill>
                  <a:srgbClr val="DCECEF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201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202  </a:t>
            </a:r>
            <a:r>
              <a:rPr sz="1400">
                <a:solidFill>
                  <a:srgbClr val="DCECEF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203  </a:t>
            </a:r>
            <a:r>
              <a:rPr sz="1400">
                <a:solidFill>
                  <a:srgbClr val="DCECEF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204  </a:t>
            </a:r>
            <a:r>
              <a:rPr sz="1400">
                <a:solidFill>
                  <a:srgbClr val="DCECEF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205  </a:t>
            </a:r>
            <a:r>
              <a:rPr sz="1400">
                <a:solidFill>
                  <a:srgbClr val="DCECEF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206  </a:t>
            </a:r>
            <a:r>
              <a:rPr sz="1400">
                <a:solidFill>
                  <a:srgbClr val="DCECEF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207  </a:t>
            </a:r>
            <a:r>
              <a:rPr sz="14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208  </a:t>
            </a:r>
            <a:r>
              <a:rPr sz="1400">
                <a:solidFill>
                  <a:srgbClr val="DCECEF"/>
                </a:solidFill>
                <a:latin typeface="Consolas"/>
              </a:rPr>
              <a:t>    bubble.remove();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209  </a:t>
            </a:r>
            <a:r>
              <a:rPr sz="1700">
                <a:solidFill>
                  <a:srgbClr val="DCECEF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210  </a:t>
            </a:r>
            <a:r>
              <a:rPr sz="1700">
                <a:solidFill>
                  <a:srgbClr val="DCECEF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211  </a:t>
            </a:r>
            <a:r>
              <a:rPr sz="1700">
                <a:solidFill>
                  <a:srgbClr val="DCECEF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212  </a:t>
            </a:r>
            <a:r>
              <a:rPr sz="1700">
                <a:solidFill>
                  <a:srgbClr val="DCECEF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213  </a:t>
            </a:r>
            <a:r>
              <a:rPr sz="1700">
                <a:solidFill>
                  <a:srgbClr val="DCECEF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214  </a:t>
            </a:r>
            <a:r>
              <a:rPr sz="1700">
                <a:solidFill>
                  <a:srgbClr val="DCECEF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215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216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DCECEF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DCECEF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 class="caution"&gt;It can be confidently wrong. Check anything that matters.&lt;/p&gt;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DCECEF"/>
                </a:solidFill>
                <a:latin typeface="Consolas"/>
              </a:rPr>
              <a:t>  &lt;/header&gt;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1  </a:t>
            </a:r>
            <a:r>
              <a:rPr sz="1400">
                <a:solidFill>
                  <a:srgbClr val="DCECEF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2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3  </a:t>
            </a:r>
            <a:r>
              <a:rPr sz="1400">
                <a:solidFill>
                  <a:srgbClr val="DCECEF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4  </a:t>
            </a:r>
            <a:r>
              <a:rPr sz="1400">
                <a:solidFill>
                  <a:srgbClr val="DCECEF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5  </a:t>
            </a:r>
            <a:r>
              <a:rPr sz="1400">
                <a:solidFill>
                  <a:srgbClr val="DCECEF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6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7FE0A0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