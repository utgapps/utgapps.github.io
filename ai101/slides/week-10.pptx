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Why streaming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better?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A: nothing for 5 seconds, then everything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B: starts in 0.5s, finishes in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Most people say B. B is slower.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Fast vs feels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model writes one word at a time either way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Non-streaming holds them all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Streaming hands them over as they appear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One word breaks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stream: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res.json() stops working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body is no longer ONE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Good. Now look at what it actually 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115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116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modelBox.value,                    // week 9: chosen on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temperature: Number(tempBox.value),       // 0 = careful, 1.5 = wild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stream: true,                             // week 10: send it in pieces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Ask the server to STREAM: send the answer in pieces as it is written, not all at the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2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115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116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modelBox.value,                    // week 9: chosen on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temperature: Number(tempBox.value),       // 0 = careful, 1.5 = wild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stream: true,                             // week 10: send it in pieces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7: everything said so far, oldest first.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...history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6D8C97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143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145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const data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146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return data.choices[0].message.content;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take the old ones out; the new version is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115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116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modelBox.value,                    // week 9: chosen on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temperature: Number(tempBox.value),       // 0 = careful, 1.5 = wild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stream: true,                             // week 10: send it in pieces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7: everything said so far, oldest first.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...history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6D8C97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143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145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readStream(res);   // week 10: no more res.json() - it arrives in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Hand the streaming response to readStream (next) instead of res.json() - the body arrives in bits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114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115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116  </a:t>
            </a:r>
            <a:r>
              <a:rPr sz="1300">
                <a:solidFill>
                  <a:srgbClr val="7FE0A0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7FE0A0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7FE0A0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7FE0A0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7FE0A0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7FE0A0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7FE0A0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model: modelBox.value,                    // week 9: chosen on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temperature: Number(tempBox.value),       // 0 = careful, 1.5 = wild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stream: true,                             // week 10: send it in pieces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// Week 7: everything said so far, oldest first.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...history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7FE0A0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7FE0A0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7FE0A0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7FE0A0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7FE0A0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7FE0A0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143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144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145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readStream(res);   // week 10: no more res.json() - it arrives in bits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146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 stream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data: {"choices":[{"delta":{"content":"Hel"}}]}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data: {"choices":[{"delta":{"content":"lo"}}]}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data: [DONE]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Pieces get cut in half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That is what the buffer is for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Keep the unfinished piece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Wait for the rest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read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7FE0A0"/>
                </a:solidFill>
                <a:latin typeface="Consolas"/>
              </a:rPr>
              <a:t>async function readStream(res)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new function that reads the streaming reply piece by piece.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reader = res.body.getReader();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getReader() gives us a reader that hands over the body one chunk at a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88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decoder = new TextDecoder();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TextDecoder turns the raw bytes of each chunk into 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  let buffer = '';       // a piece can be cut in half mid-arrival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holding string: a piece can be cut in half between chunks. let, so it can change.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  let answer = '';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full answer, built up bit by bit.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while (true)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Loop forever - we break out ourselves when the stream ends.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chunk = await reader.read();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 the next chunk, waiting for it to arrive.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  if (chunk.done) { break;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When the reader says done, leave the loop.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  buffer += decoder.decode(chunk.value, { stream: true 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Decode this chunk's bytes to text and add it to the buffer.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.split()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buffer.split('\n\n')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Cuts a string (week 1) into a LIST (week 4), breaking at each separator.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reverse of joining text with + (week 2).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split('\n\n') gives one piece per blank line.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parts = buffer.split('\n\n');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split the buffer into pieces wherever there is a blank 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.pop()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buffer = parts.pop();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Removes the LAST item of a list and hands it back.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other end from .shift (week 8), which takes the FIRST.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We pop the last, maybe-unfinished piece and keep it for next round.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7FE0A0"/>
                </a:solidFill>
                <a:latin typeface="Consolas"/>
              </a:rPr>
              <a:t>    buffer = parts.pop();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pop() takes the LAST piece off - it may be half-finished, so we keep it for next round.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7FE0A0"/>
                </a:solidFill>
                <a:latin typeface="Consolas"/>
              </a:rPr>
              <a:t>    for (const part of parts)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 through each complete piece.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line = part.trim();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Trim the blank space off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.startsWith()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line.startsWith('data: 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True if a string begins with the text you give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yes/no answer, so it drops straight into an if (week 2).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skips any line that is not a 'data: ' 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(!line.startsWith('data: ')) { continue;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Skip anything that does not start with 'data: '.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.slice()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line.slice(6)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Takes a SECTION of a string, from one position onward.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Counting starts at 0, like picking from a list with [0] (week 4).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slice(6) drops the first six characters ('data: ').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payload = line.slice(6);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slice(6) drops the first six characters ('data: '), leaving the JSON.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(payload === '[DONE]') { continue;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server sends [DONE] at the very end - nothing to add, skip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JSON.parse()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const piece = JSON.parse(payload);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Turns JSON TEXT back into a JavaScript object (week 3) or list.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exact opposite of JSON.stringify (week 4), which made text FROM data.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streamed piece arrives as text; parse it to read the .content.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piece = JSON.parse(payload);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JSON.parse turns that JSON text into an object we can read.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bit = piece.choices[0].delta.content;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Dig out this piece's new text: choices[0].delta.content.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(bit) { answer += bit;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there is text, add it to the growing answer.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(bit) { answer += bit;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for loop.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(bit) { answer += bit;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while loop.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(bit) { answer += bit;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112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answer;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Hand back the whole answer once the stream ends.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(bit) { answer += bit;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112  </a:t>
            </a:r>
            <a:r>
              <a:rPr sz="1300">
                <a:solidFill>
                  <a:srgbClr val="6D8C97"/>
                </a:solidFill>
                <a:latin typeface="Consolas"/>
              </a:rPr>
              <a:t>  return answer;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113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readStream.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7FE0A0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7FE0A0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7FE0A0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7FE0A0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7FE0A0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7FE0A0"/>
                </a:solidFill>
                <a:latin typeface="Consolas"/>
              </a:rPr>
              <a:t>async function readStream(res)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7FE0A0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7FE0A0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(bit) { answer += bit;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112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answer;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113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JSON.parse(text)  turns text into...?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plain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real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number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HTML tag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JSON.parse(text)  turns text into...?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plain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real object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number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HTML tag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JSON.parse is the reverse of stringify - text back into an object.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line.split(',')  returns...?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big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list of the pieces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first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line.split(',')  returns...?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big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list of the pieces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first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.split cuts a string into an array at each comma.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line.startsWith('data:')  checks if the line...?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ends with 'data:'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begins with 'data:'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contains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is 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line.startsWith('data:')  checks if the line...?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ends with 'data:'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begins with 'data:'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contains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is 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.startsWith is true only when the string begins with that text.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&lt;select&gt; builds a...? (from week 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dropdown menu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text area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label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&lt;select&gt; builds a...? (from week 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dropdown menu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text area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label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select + option make a dropdown menu.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streams (quietly)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 and send a question. It should still reply exactly as before - the change is invisible ON PURPOSE. Open the console: the request now says stream: true and the reply arrives in pieces. Next week you make those pieces show as they land.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Today was plumbing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It looks identical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 week it pays 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