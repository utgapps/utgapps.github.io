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Why streaming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is better?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A: nothing for 5 seconds, then everything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B: starts in 0.5s, finishes in 6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Most people say B. B is slower.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Fast vs feels fast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model writes one word at a time either way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Non-streaming holds them all back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Streaming hands them over as they appear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word breaks everything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stream: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res.json() stops working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body is no longer ONE object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Good. Now look at what it actually 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7FE0A0"/>
                </a:solidFill>
                <a:latin typeface="Consolas"/>
              </a:rPr>
              <a:t>      stream: true,                             // week 10: send it in pieces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Ask the server to STREAM: send the answer in pieces as it is written, not all at the end.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6D8C97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const data = await res.json();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6D8C97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return data.choices[0].message.content;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6D8C97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readStream(res);   // week 10: no more res.json() - it arrives in bits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Hand the streaming response to readStream (next) instead of res.json() - the body arrives in bits now.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7FE0A0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7FE0A0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7FE0A0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7FE0A0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readStream(res);   // week 10: no more res.json() - it arrives in bits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146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a stream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data: {"choices":[{"delta":{"content":"Hel"}}]}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data: {"choices":[{"delta":{"content":"lo"}}]}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data: [DONE]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Pieces get cut in half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That is what the buffer is for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 the unfinished piece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Wait for the rest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Then read 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readStream(res)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new function that reads the streaming reply piece by piece.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reader = res.body.getReader();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getReader() gives us a reader that hands over the body one chunk at a time.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decoder = new TextDecoder();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TextDecoder turns the raw bytes of each chunk into text.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let buffer = '';       // a piece can be cut in half mid-arrival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holding string: a piece can be cut in half between chunks. let, so it can change.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let answer = '';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full answer, built up bit by bit.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while (true)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Loop forever - we break out ourselves when the stream ends.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chunk = await reader.read();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 the next chunk, waiting for it to arrive.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if (chunk.done) { break;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the reader says done, leave the loop.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buffer += decoder.decode(chunk.value, { stream: true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Decode this chunk's bytes to text and add it to the buffer.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.split()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Cuts a string into a LIST, breaking at each separator you give.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'a\n\nb'.split('\n\n') gives ['a', 'b'].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parts = buffer.split('\n\n');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split the buffer into pieces wherever there is a blank line.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.pop()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Removes the LAST item of a list and hands it back.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(.shift takes the first; .pop takes the last.)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   buffer = parts.pop();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pop() takes the LAST piece off - it may be half-finished, so we keep it for next round.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for (const part of parts)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Go through each complete piece.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line = part.trim();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Trim the blank space off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.startsWith()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True if a string begins with the text you give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(!line.startsWith('data: ')) { continue;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Skip anything that does not start with 'data: '.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.slice()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Takes a section of a string (or list), starting at a position.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line.slice(6) drops the first six characters.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payload = line.slice(6);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slice(6) drops the first six characters ('data: '), leaving the JSON.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(payload === '[DONE]') { continue;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server sends [DONE] at the very end - nothing to add, skip it.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JSON.parse()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Turns a JSON string from the server back into a JavaScript object.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opposite of JSON.stringify.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piece = JSON.parse(payload);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JSON.parse turns that JSON text into an object we can read.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bit = piece.choices[0].delta.content;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Dig out this piece's new text: choices[0].delta.content.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(bit) { answer += bit;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there is text, add it to the growing answer.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 answer += bit;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for loop.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 answer += bit;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while loop.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 answer += bit;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112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answer;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Hand back the whole answer once the stream ends.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 answer += bit;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112  </a:t>
            </a:r>
            <a:r>
              <a:rPr sz="1300">
                <a:solidFill>
                  <a:srgbClr val="6D8C97"/>
                </a:solidFill>
                <a:latin typeface="Consolas"/>
              </a:rPr>
              <a:t>  return answer;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113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readStream.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(bit) { answer += bit;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112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answer;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113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streams (quietly)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 and send a question. It should still reply exactly as before - the change is invisible ON PURPOSE. Open the console: the request now says stream: true and the reply arrives in pieces. Next week you make those pieces show as they land.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Today was plumbing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looks identical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 it pays off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