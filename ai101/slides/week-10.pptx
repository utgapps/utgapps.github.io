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 streaming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is better?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A: nothing for 5 seconds, then everything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B: starts in 0.5s, finishes in 6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people say B. B is slower.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feels 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writes one word at a time either way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Non-streaming holds them all back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Streaming hands them over as they appear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word breaks everything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stream: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res.json() stops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body is no longer ONE object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Good. Now look at what it actually 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106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108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109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110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111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112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113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114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115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116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117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118  </a:t>
            </a:r>
            <a:r>
              <a:rPr sz="1400">
                <a:solidFill>
                  <a:srgbClr val="DCECEF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119  </a:t>
            </a:r>
            <a:r>
              <a:rPr sz="1400">
                <a:solidFill>
                  <a:srgbClr val="DCECEF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120  </a:t>
            </a:r>
            <a:r>
              <a:rPr sz="1400">
                <a:solidFill>
                  <a:srgbClr val="7FE0A0"/>
                </a:solidFill>
                <a:latin typeface="Consolas"/>
              </a:rPr>
              <a:t>      stream: true,                             // week 10: send it in pieces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121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122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126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127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128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129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130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131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132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133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134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135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136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readStream(res);   // week 10: no more res.json() - it arrives in bits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138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a stream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{"choices":[{"delta":{"content":"Hel"}}]}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{"choices":[{"delta":{"content":"lo"}}]}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data: [DONE]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Pieces get cut in half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That is what the buffer is for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 the unfinished piece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Wait for the rest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read 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10: with stream:true the answer arrives in pieces while it is still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7FE0A0"/>
                </a:solidFill>
                <a:latin typeface="Consolas"/>
              </a:rPr>
              <a:t>// being written. Same words, same total time - they just start sooner.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7FE0A0"/>
                </a:solidFill>
                <a:latin typeface="Consolas"/>
              </a:rPr>
              <a:t>// The pieces look like this, one per line: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{"choices":[{"delta":{"content":"Hel"}}]}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7FE0A0"/>
                </a:solidFill>
                <a:latin typeface="Consolas"/>
              </a:rPr>
              <a:t>//   data: [DONE]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readStream(res)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reader = res.body.getReader();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decoder = new TextDecoder();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  let buffer = '';       // a piece can be cut in half mid-arrival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7FE0A0"/>
                </a:solidFill>
                <a:latin typeface="Consolas"/>
              </a:rPr>
              <a:t>  let answer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7FE0A0"/>
                </a:solidFill>
                <a:latin typeface="Consolas"/>
              </a:rPr>
              <a:t>  while (true)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chunk = await reader.read();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7FE0A0"/>
                </a:solidFill>
                <a:latin typeface="Consolas"/>
              </a:rPr>
              <a:t>    if (chunk.done) { break;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+= decoder.decode(chunk.value, { stream: true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7FE0A0"/>
                </a:solidFill>
                <a:latin typeface="Consolas"/>
              </a:rPr>
              <a:t>    // Complete pieces are separated by a blank line. Keep the last,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    // possibly unfinished, piece in the buffer for the next round.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    const parts = buffer.split('\n\n');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  buffer = parts.pop();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  for (const part of parts)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line = part.trim();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(!line.startsWith('data: '))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payload = line.slice(6);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      if (payload === '[DONE]') { continue;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99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piece = JSON.parse(payload);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100  </a:t>
            </a:r>
            <a:r>
              <a:rPr sz="1400">
                <a:solidFill>
                  <a:srgbClr val="7FE0A0"/>
                </a:solidFill>
                <a:latin typeface="Consolas"/>
              </a:rPr>
              <a:t>      const bit = piece.choices[0].delta.content;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7FE0A0"/>
                </a:solidFill>
                <a:latin typeface="Consolas"/>
              </a:rPr>
              <a:t>      if (bit) { answer += bit;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103  </a:t>
            </a:r>
            <a:r>
              <a:rPr sz="17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104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answer;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Today was plumbing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looks identical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it pays 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