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server to STREAM: send the answer in pieces as it is written, not all at the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streaming response to readStream (next) instead of res.json() - the body arrives in bits now.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new function that reads the streaming reply piece by piece.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getReader() gives us a reader that hands over the body one chunk at a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TextDecoder turns the raw bytes of each chunk into text.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holding string: a piece can be cut in half between chunks. let, so it can change.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full answer, built up bit by bit.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forever - we break out ourselves when the stream ends.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next chunk, waiting for it to arrive.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reader says done, leave the 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Decode this chunk's bytes to text and add it to the buffer.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.split()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buffer.split('\n\n')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Cuts a string (week 1) into a LIST (week 4), breaking at each separator.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reverse of joining text with +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split('\n\n') gives one piece per blank 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split the buffer into pieces wherever there is a blank 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.pop()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buffer = parts.pop();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the LAST item of a list and hands it back.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end from .shift (week 8), which takes the FIRST.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 pop the last, maybe-unfinished piece and keep it for next round.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pop() takes the LAST piece off - it may be half-finished, so we keep it for next round.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Go through each complete piece.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Trim the blank space off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.startsWith()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line.startsWith('data: 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if a string begins with the text you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yes/no answer, so it drops straight into an if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skips any line that is not a 'data: ' 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Skip anything that does not start with 'data: '.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.slice()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line.slice(6)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Takes a SECTION of a string, from one position onward.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Counting starts at 0, like picking from a list with [0] (week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slice(6) drops the first six characters ('data: ').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slice(6) drops the first six characters ('data: '), leaving the JSON.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server sends [DONE] at the very end - nothing to add, skip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piece = JSON.parse(payload);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JSON TEXT back into a JavaScript object (week 3) or list.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exact opposite of JSON.stringify (week 4), which made text FROM data.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streamed piece arrives as text; parse it to read the .content.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JSON.parse turns that JSON text into an object we can read.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Dig out this piece's new text: choices[0].delta.content.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is text, add it to the growing answer.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for loop.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while loop.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back the whole answer once the stream ends.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readStream.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turns text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plain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real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turns text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plain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real object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the reverse of stringify - text back into an object.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line.split(',')  returns...?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big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the pieces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line.split(',')  returns...?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big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the pieces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.split cuts a string into an array at each comma.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line.startsWith('data:')  checks if the line...?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ends with 'data:'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begins with 'data:'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contains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is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line.startsWith('data:')  checks if the line...?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ends with 'data:'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begins with 'data:'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contains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is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.startsWith is true only when the string begins with that text.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&lt;select&gt; builds a...? (from week 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dropdown menu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text area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label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&lt;select&gt; builds a...? (from week 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dropdown menu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text area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label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 + option make a dropdown menu.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streams (quietly)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It should still reply exactly as before - the change is invisible ON PURPOSE. Open the console: the request now says stream: true and the reply arrives in pieces. Next week you make those pieces show as they land.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