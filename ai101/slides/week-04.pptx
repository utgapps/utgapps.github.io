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First conversation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conversation is a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user: what is a comet?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assistant: a ball of ice and dust...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list is literally what you send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GET asks. POST sends.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/v1/models - just an address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POST /v1/chat/completions - an address AND a parcel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Packing the parcel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JSON.stringify({ ... })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model: which brain to use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messages: the conversation so far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Content-Type says what is inside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7FE0A0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7FE0A0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47  </a:t>
            </a:r>
            <a:r>
              <a:rPr sz="1400">
                <a:solidFill>
                  <a:srgbClr val="7FE0A0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48  </a:t>
            </a:r>
            <a:r>
              <a:rPr sz="1400">
                <a:solidFill>
                  <a:srgbClr val="7FE0A0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49  </a:t>
            </a:r>
            <a:r>
              <a:rPr sz="1400">
                <a:solidFill>
                  <a:srgbClr val="7FE0A0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50  </a:t>
            </a:r>
            <a:r>
              <a:rPr sz="1400">
                <a:solidFill>
                  <a:srgbClr val="7FE0A0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51  </a:t>
            </a:r>
            <a:r>
              <a:rPr sz="1400">
                <a:solidFill>
                  <a:srgbClr val="7FE0A0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52  </a:t>
            </a:r>
            <a:r>
              <a:rPr sz="1400">
                <a:solidFill>
                  <a:srgbClr val="7FE0A0"/>
                </a:solidFill>
                <a:latin typeface="Consolas"/>
              </a:rPr>
              <a:t>        { role: 'user', content: question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53  </a:t>
            </a:r>
            <a:r>
              <a:rPr sz="1400">
                <a:solidFill>
                  <a:srgbClr val="7FE0A0"/>
                </a:solidFill>
                <a:latin typeface="Consolas"/>
              </a:rPr>
              <a:t>     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54  </a:t>
            </a:r>
            <a:r>
              <a:rPr sz="1700">
                <a:solidFill>
                  <a:srgbClr val="7FE0A0"/>
                </a:solidFill>
                <a:latin typeface="Consolas"/>
              </a:rPr>
              <a:t>    })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55  </a:t>
            </a:r>
            <a:r>
              <a:rPr sz="1700">
                <a:solidFill>
                  <a:srgbClr val="7FE0A0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56  </a:t>
            </a:r>
            <a:r>
              <a:rPr sz="1700">
                <a:solidFill>
                  <a:srgbClr val="7FE0A0"/>
                </a:solidFill>
                <a:latin typeface="Consolas"/>
              </a:rPr>
              <a:t>  const data = await res.json();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57  </a:t>
            </a:r>
            <a:r>
              <a:rPr sz="1700">
                <a:solidFill>
                  <a:srgbClr val="7FE0A0"/>
                </a:solidFill>
                <a:latin typeface="Consolas"/>
              </a:rPr>
              <a:t>  return data.choices[0].message.content;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Where the answer hides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data.choices[0].message.content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choices - a list of answers (you get one)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[0] - the first one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message.content - the actual words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Slow things need await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reply = await askAI(text)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listener has to be async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you get [object Promise]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Delete the listModels() call - it has done its job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59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60  </a:t>
            </a:r>
            <a:r>
              <a:rPr sz="1400">
                <a:solidFill>
                  <a:srgbClr val="7FE0A0"/>
                </a:solidFill>
                <a:latin typeface="Consolas"/>
              </a:rPr>
              <a:t>// The browser calls this when the form is submitted.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61  </a:t>
            </a:r>
            <a:r>
              <a:rPr sz="1400">
                <a:solidFill>
                  <a:srgbClr val="7FE0A0"/>
                </a:solidFill>
                <a:latin typeface="Consolas"/>
              </a:rPr>
              <a:t>composer.addEventListener('submit', async function (event)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62  </a:t>
            </a:r>
            <a:r>
              <a:rPr sz="1400">
                <a:solidFill>
                  <a:srgbClr val="7FE0A0"/>
                </a:solidFill>
                <a:latin typeface="Consolas"/>
              </a:rPr>
              <a:t>  event.preventDefault();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63  </a:t>
            </a:r>
            <a:r>
              <a:rPr sz="1400">
                <a:solidFill>
                  <a:srgbClr val="DCECEF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64  </a:t>
            </a:r>
            <a:r>
              <a:rPr sz="1400">
                <a:solidFill>
                  <a:srgbClr val="7FE0A0"/>
                </a:solidFill>
                <a:latin typeface="Consolas"/>
              </a:rPr>
              <a:t>  if (text === '') { return;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65  </a:t>
            </a:r>
            <a:r>
              <a:rPr sz="1400">
                <a:solidFill>
                  <a:srgbClr val="7FE0A0"/>
                </a:solidFill>
                <a:latin typeface="Consolas"/>
              </a:rPr>
              <a:t>  promptBox.value = '';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66  </a:t>
            </a:r>
            <a:r>
              <a:rPr sz="1400">
                <a:solidFill>
                  <a:srgbClr val="DCECEF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67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'thinking...');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68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reply = await askAI(text);       // this is the slow bit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69  </a:t>
            </a:r>
            <a:r>
              <a:rPr sz="1400">
                <a:solidFill>
                  <a:srgbClr val="7FE0A0"/>
                </a:solidFill>
                <a:latin typeface="Consolas"/>
              </a:rPr>
              <a:t>  chat.lastChild.remove();               // take the 'thinking' line away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70  </a:t>
            </a:r>
            <a:r>
              <a:rPr sz="1400">
                <a:solidFill>
                  <a:srgbClr val="7FE0A0"/>
                </a:solidFill>
                <a:latin typeface="Consolas"/>
              </a:rPr>
              <a:t>  addLine('Companion', reply);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71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DCECEF"/>
                </a:solidFill>
                <a:latin typeface="Consolas"/>
              </a:rPr>
              <a:t>// The smallest useful request: what models does this server have?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DCECEF"/>
                </a:solidFill>
                <a:latin typeface="Consolas"/>
              </a:rPr>
              <a:t>// 'async' means this function does something slow and can be waited for.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DCECEF"/>
                </a:solidFill>
                <a:latin typeface="Consolas"/>
              </a:rPr>
              <a:t>async function listModels()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res = await fetch(AI_BASE + '/v1/models',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DCECEF"/>
                </a:solidFill>
                <a:latin typeface="Consolas"/>
              </a:rPr>
              <a:t>    headers: { 'Authorization': 'Bearer ' + API_KEY 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DCECEF"/>
                </a:solidFill>
                <a:latin typeface="Consolas"/>
              </a:rPr>
              <a:t>  });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DCECEF"/>
                </a:solidFill>
                <a:latin typeface="Consolas"/>
              </a:rPr>
              <a:t>  const data = await res.json();   // the answer arrives as text; this reads it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DCECEF"/>
                </a:solidFill>
                <a:latin typeface="Consolas"/>
              </a:rPr>
              <a:t>  console.log('The server offers:', data.data);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-  </a:t>
            </a:r>
            <a:r>
              <a:rPr sz="1700" strike="sngStrike">
                <a:solidFill>
                  <a:srgbClr val="F3928B"/>
                </a:solidFill>
                <a:latin typeface="Consolas"/>
              </a:rPr>
              <a:t>listModels();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Ask it something only you would ask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whether the answer is actually true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