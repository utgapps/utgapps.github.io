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First conversation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conversation is a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user: what is a comet?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assistant: a ball of ice and dust...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list is literally what you send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asks. POST sends.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/v1/models - just an address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POST /v1/chat/completions - an address AND a parcel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Packing the parcel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JSON.stringify({ ... })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model: which brain to use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the conversation so far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Content-Type says what is inside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40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41  </a:t>
            </a:r>
            <a:r>
              <a:rPr sz="14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42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43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44  </a:t>
            </a:r>
            <a:r>
              <a:rPr sz="14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45  </a:t>
            </a:r>
            <a:r>
              <a:rPr sz="14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46  </a:t>
            </a:r>
            <a:r>
              <a:rPr sz="14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47  </a:t>
            </a:r>
            <a:r>
              <a:rPr sz="14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48  </a:t>
            </a:r>
            <a:r>
              <a:rPr sz="14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49  </a:t>
            </a:r>
            <a:r>
              <a:rPr sz="14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50  </a:t>
            </a:r>
            <a:r>
              <a:rPr sz="14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51  </a:t>
            </a:r>
            <a:r>
              <a:rPr sz="14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52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53  </a:t>
            </a:r>
            <a:r>
              <a:rPr sz="1400">
                <a:solidFill>
                  <a:srgbClr val="7FE0A0"/>
                </a:solidFill>
                <a:latin typeface="Consolas"/>
              </a:rPr>
              <a:t>     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54  </a:t>
            </a:r>
            <a:r>
              <a:rPr sz="17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55  </a:t>
            </a:r>
            <a:r>
              <a:rPr sz="17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56  </a:t>
            </a:r>
            <a:r>
              <a:rPr sz="17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57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58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Where the answer hides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data.choices[0].message.content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 - a list of answers (you get one)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- the first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message.content - the actual words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Slow things need await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reply = await askAI(text)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listener has to be async too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Forget it and you get [object Promise]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 the listModels() call - it has done its job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60  </a:t>
            </a:r>
            <a:r>
              <a:rPr sz="14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61  </a:t>
            </a:r>
            <a:r>
              <a:rPr sz="14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62  </a:t>
            </a:r>
            <a:r>
              <a:rPr sz="14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63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64  </a:t>
            </a:r>
            <a:r>
              <a:rPr sz="14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65  </a:t>
            </a:r>
            <a:r>
              <a:rPr sz="14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66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67  </a:t>
            </a:r>
            <a:r>
              <a:rPr sz="14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70  </a:t>
            </a:r>
            <a:r>
              <a:rPr sz="14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30  </a:t>
            </a:r>
            <a:r>
              <a:rPr sz="1700">
                <a:solidFill>
                  <a:srgbClr val="DCECEF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31  </a:t>
            </a:r>
            <a:r>
              <a:rPr sz="1700">
                <a:solidFill>
                  <a:srgbClr val="DCECEF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32  </a:t>
            </a:r>
            <a:r>
              <a:rPr sz="1700">
                <a:solidFill>
                  <a:srgbClr val="DCECEF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33  </a:t>
            </a:r>
            <a:r>
              <a:rPr sz="1700">
                <a:solidFill>
                  <a:srgbClr val="DCECEF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34  </a:t>
            </a:r>
            <a:r>
              <a:rPr sz="1700">
                <a:solidFill>
                  <a:srgbClr val="DCECEF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35  </a:t>
            </a:r>
            <a:r>
              <a:rPr sz="17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36  </a:t>
            </a:r>
            <a:r>
              <a:rPr sz="1700">
                <a:solidFill>
                  <a:srgbClr val="DCECEF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37  </a:t>
            </a:r>
            <a:r>
              <a:rPr sz="1700">
                <a:solidFill>
                  <a:srgbClr val="DCECEF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38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it something only you would ask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whether the answer is actually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