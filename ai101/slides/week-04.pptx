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ask the AI a real question.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chat request is a LIST of messages, each one saying who spoke.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async function askAI that takes the question and will hand back the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fetch to the /v1/chat/completions address - the endpoint that answers.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method 'POST' because we are SENDING something, not just asking for a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7FE0A0"/>
                </a:solidFill>
                <a:latin typeface="Consolas"/>
              </a:rPr>
              <a:t>    headers: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headers - the label on the parcel we are sending.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Content-Type says the parcel is JSON.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Authorization proves who we are, with the key as a Bearer token.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40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41  </a:t>
            </a:r>
            <a:r>
              <a:rPr sz="18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42  </a:t>
            </a:r>
            <a:r>
              <a:rPr sz="18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44  </a:t>
            </a:r>
            <a:r>
              <a:rPr sz="18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45  </a:t>
            </a:r>
            <a:r>
              <a:rPr sz="18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46  </a:t>
            </a:r>
            <a:r>
              <a:rPr sz="18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47  </a:t>
            </a:r>
            <a:r>
              <a:rPr sz="18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48  </a:t>
            </a:r>
            <a:r>
              <a:rPr sz="1800">
                <a:solidFill>
                  <a:srgbClr val="7FE0A0"/>
                </a:solidFill>
                <a:latin typeface="Consolas"/>
              </a:rPr>
              <a:t>   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headers.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JSON.stringify()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Turns your data into a string of text to send over the network.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server speaks text, not JavaScript objects.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body is what we send. JSON.stringify turns the object below into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model: which brain to use. 'fast' is the quick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Lists: [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An ordered list of things, in square brackets.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[ ... ] holds every message in order.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messages: the conversation so far, as a list.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message: role 'user' means YOU said it; content is the question.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messages list.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object we are sending.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fetch call.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res.json() reads the reply into data you can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Picking from a list: [0]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takes the FIRST item - counting starts at 0, not 1.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choices[0] is the first choice.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answer hides at data.choices[0].message.content - return it to whoever asked.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-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-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// leave a note: when this form is submitted, run this. The browser waits.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-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the browser calls this when the form is submitted.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async so we are allowed to await the slow AI call inside.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-  </a:t>
            </a:r>
            <a:r>
              <a:rPr sz="1800" strike="sngStrike">
                <a:solidFill>
                  <a:srgbClr val="F3928B"/>
                </a:solidFill>
                <a:latin typeface="Consolas"/>
              </a:rPr>
              <a:t>  addLine('Companion',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Change the pretend reply to a 'thinking...' line while we wait.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59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60  </a:t>
            </a:r>
            <a:r>
              <a:rPr sz="18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61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62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63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64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65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66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67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68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await askAI(text): the slow bit - ask the AI and wait for the answer.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.lastChild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box's LAST child - the newest thing added inside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 is the message you just put 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.remove()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Deletes an element from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chat.lastChild.remove() takes the last message back off.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 the 'thinking...' line now the real answer is here.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6D8C97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Show the real reply in the chat.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66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67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68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69  </a:t>
            </a:r>
            <a:r>
              <a:rPr sz="13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71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script.js   -   delete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-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Delete this line. askAI does the asking now, so the old test call is no longer needed - your file should have no listModels() call left.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real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ask a question and press Send. After a moment the companion replies for real. This needs your own key and the school network; the preview here shows the interface.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