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First conversation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conversation is a 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user: what is a comet?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assistant: a ball of ice and dust...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list is literally what you send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GET asks. POST sends.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GET /v1/models - just an address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POST /v1/chat/completions - an address AND a parcel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Packing the parcel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JSON.stringify({ ... })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model: which brain to use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messages: the conversation so far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Content-Type says what is inside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this week we ask the AI a real question.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a chat request is a LIST of messages, each one saying who spoke.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7FE0A0"/>
                </a:solidFill>
                <a:latin typeface="Consolas"/>
              </a:rPr>
              <a:t>async function askAI(question)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 async function askAI that takes the question and will hand back the answer.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await fetch to the /v1/chat/completions address - the endpoint that answers.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method 'POST' because we are SENDING something, not just asking for a page.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45  </a:t>
            </a:r>
            <a:r>
              <a:rPr sz="1800">
                <a:solidFill>
                  <a:srgbClr val="7FE0A0"/>
                </a:solidFill>
                <a:latin typeface="Consolas"/>
              </a:rPr>
              <a:t>    headers: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headers - the label on the parcel we are sending.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45  </a:t>
            </a:r>
            <a:r>
              <a:rPr sz="18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46  </a:t>
            </a:r>
            <a:r>
              <a:rPr sz="18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Content-Type says the parcel is JSON.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45  </a:t>
            </a:r>
            <a:r>
              <a:rPr sz="18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46  </a:t>
            </a:r>
            <a:r>
              <a:rPr sz="18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47  </a:t>
            </a:r>
            <a:r>
              <a:rPr sz="18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Authorization proves who we are, with the key as a Bearer token.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45  </a:t>
            </a:r>
            <a:r>
              <a:rPr sz="18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46  </a:t>
            </a:r>
            <a:r>
              <a:rPr sz="18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47  </a:t>
            </a:r>
            <a:r>
              <a:rPr sz="18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48  </a:t>
            </a:r>
            <a:r>
              <a:rPr sz="1800">
                <a:solidFill>
                  <a:srgbClr val="7FE0A0"/>
                </a:solidFill>
                <a:latin typeface="Consolas"/>
              </a:rPr>
              <a:t>    },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headers.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JSON.stringify()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Turns your data into a string of text to send over the network.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server speaks text, not JavaScript objects.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    body: JSON.stringify({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body is what we send. JSON.stringify turns the object below into text.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'fast',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model: which brain to use. 'fast' is the quick one.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messages: [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messages: the conversation so far, as a list.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'user', content: question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One message: role 'user' means YOU said it; content is the question.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     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messages list.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  })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object we are sending.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fetch call.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data = await res.json();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await res.json() reads the reply into data you can use.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data.choices[0].message.content;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answer hides at data.choices[0].message.content - return it to whoever asked.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function.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7FE0A0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Where the answer hides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data.choices[0].message.content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choices - a list of answers (you get one)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[0] - the first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message.content - the actual words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Slow things need await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const reply = await askAI(text)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listener has to be async too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Forget it and you get [object Promise]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Delete the listModels() call - it has done its job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7FE0A0"/>
                </a:solidFill>
                <a:latin typeface="Consolas"/>
              </a:rPr>
              <a:t>// The browser calls this when the form is submitted.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the browser calls this when the form is submitted.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7FE0A0"/>
                </a:solidFill>
                <a:latin typeface="Consolas"/>
              </a:rPr>
              <a:t>composer.addEventListener('submit', async function (event)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async so we are allowed to await the slow AI call inside.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64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65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67  </a:t>
            </a:r>
            <a:r>
              <a:rPr sz="1800">
                <a:solidFill>
                  <a:srgbClr val="7FE0A0"/>
                </a:solidFill>
                <a:latin typeface="Consolas"/>
              </a:rPr>
              <a:t>  addLine('Companion', 'thinking...');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Change the pretend reply to a 'thinking...' line while we wait.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64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65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67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68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reply = await askAI(text);       // this is the slow bit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await askAI(text): the slow bit - ask the AI and wait for the answer.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reply = await askAI(text);       // this is the slow bit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7FE0A0"/>
                </a:solidFill>
                <a:latin typeface="Consolas"/>
              </a:rPr>
              <a:t>  chat.lastChild.remove();               // take the 'thinking' line 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Remove the 'thinking...' line now the real answer is here.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reply = await askAI(text);       // this is the slow bit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chat.lastChild.remove();               // take the 'thinking' line away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addLine('Companion', reply);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Show the real reply in the chat.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7FE0A0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7FE0A0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7FE0A0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7FE0A0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reply = await askAI(text);       // this is the slow bit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7FE0A0"/>
                </a:solidFill>
                <a:latin typeface="Consolas"/>
              </a:rPr>
              <a:t>  chat.lastChild.remove();               // take the 'thinking' line away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addLine('Companion',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delete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// The smallest useful request: what models does this server have?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// 'async' means this function does something slow and can be waited for.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listModels()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'/v1/models',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 'Authorization': 'Bearer ' + API_KEY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data = await res.json();   // the answer arrives as text; this reads it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console.log('The server offers:', data.data);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-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listModels();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Delete this line. askAI does the asking now, so the old test call is no longer needed - your file should have no listModels() call left.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Make it answer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Ask it something only you would ask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Check whether the answer is actually true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