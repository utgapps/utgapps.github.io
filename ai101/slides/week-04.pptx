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First conversation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conversation is a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user: what is a comet?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assistant: a ball of ice and dust...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list is literally what you send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asks. POST sends.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/v1/models - just an address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POST /v1/chat/completions - an address AND a parcel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Packing the parcel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JSON.stringify({ ... })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model: which brain to use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the conversation so far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Content-Type says what is inside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ask the AI a real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a chat request is a LIST of messages, each one saying who spoke.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async function askAI that takes the question and will hand back the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fetch to the /v1/chat/completions address - the endpoint that answers.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method 'POST' because we are SENDING something, not just asking for a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7FE0A0"/>
                </a:solidFill>
                <a:latin typeface="Consolas"/>
              </a:rPr>
              <a:t>    headers: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headers - the label on the parcel we are sending.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Content-Type says the parcel is JSON.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Authorization proves who we are, with the key as a Bearer token.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48  </a:t>
            </a:r>
            <a:r>
              <a:rPr sz="1800">
                <a:solidFill>
                  <a:srgbClr val="7FE0A0"/>
                </a:solidFill>
                <a:latin typeface="Consolas"/>
              </a:rPr>
              <a:t>    },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headers.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JSON.stringify()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Turns your data into a string of text to send over the network.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speaks text, not JavaScript objects.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body is what we send. JSON.stringify turns the object below into text.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model: which brain to use. 'fast' is the quick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Lists: [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ordered list of things, in square brackets.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[ ... ] holds every message in order.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messages: the conversation so far, as a list.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message: role 'user' means YOU said it; content is the question.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messages list.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object we are sending.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fetch call.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res.json() reads the reply into data you can use.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Picking from a list: [0]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takes the FIRST item - counting starts at 0, not 1.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choices[0] is the first choice.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answer hides at data.choices[0].message.content - return it to whoever asked.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JSON.stringify(obj)  turns an object into...?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an HTML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function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text you can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JSON.stringify(obj)  turns an object into...?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an HTML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function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text you can send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packs an object into text so it can travel over the network.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[ ]  in JavaScript is...?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list of items in order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comment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[ ]  in JavaScript is...?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list of items in order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comment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Square brackets make an array - a list.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  msgs[0]  which item do you get?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last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random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first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all of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  msgs[0]  which item do you get?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last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random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first one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all of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Indexing starts at 0, so [0] is the first item.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 fetch  return that you must await? (from week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first item of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HTML tag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reply that takes time to arrive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 fetch  return that you must await? (from week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first item of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HTML tag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reply that takes time to arrive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fetch talks to a server, which takes time - so you await the reply.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Where the answer hides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data.choices[0].message.content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 - a list of answers (you get one)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- the first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message.content - the actual words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Slow things need await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reply = await askAI(text)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listener has to be async too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Forget it and you get [object Promise]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Delete the listModels() call - it has done its job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In PixelPad your loop() checked 'was a key pressed?' every frame. Here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leave a note: when this form is submitted, run this. The browser waits.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composer.addEventListener('submit',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browser calls this when the form is submitted.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async so we are allowed to await the slow AI call inside.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addLine('Companion', 'You said: ' + text);   // a pretend answer, for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pretend reply to a 'thinking...' line while we wait.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askAI(text): the slow bit - ask the AI and wait for the answer.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.lastChild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box's LAST child - the newest thing added inside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chat.lastChild is the message you just put in.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.remove()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Deletes an element from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chat.lastChild.remove() takes the last message back off.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 the 'thinking...' line now the real answer is here.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 in the chat.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delete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listModels();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Delete this line. askAI does the asking now, so the old test call is no longer needed - your file should have no listModels() call left.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real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Run, ask a question and press Send. After a moment the companion replies for real. This needs your own key and the school network; the preview here shows the interface.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it something only you would ask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whether the answer is actually 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