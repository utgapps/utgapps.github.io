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JSON.stringify(obj)  turns an object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text you can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JSON.stringify(obj)  turns an object into...?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text you can send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packs an object into text so it can travel over the network.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 ]  in JavaScript is...?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items in order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 ]  in JavaScript is...?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 of items in order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comment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make an array - a list.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 msgs[0]  which item do you get?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 msgs[0]  which item do you get?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last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random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first 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all of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Indexing starts at 0, so [0] is the first item.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fetch  return that you must await? (from week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item of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reply that takes time to arrive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fetch  return that you must await? (from week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first item of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reply that takes time to arrive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fetch talks to a server, which takes time - so you await the reply.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3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addLine('bot',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.lastChild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box's LAST child - the newest thing added inside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 is the message you just put 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.remove()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Deletes an element from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chat.lastChild.remove() takes the last message back off.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real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ask a question and press Send. After a moment the companion replies for real. This needs your own key and the school network; the preview here shows the interface.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