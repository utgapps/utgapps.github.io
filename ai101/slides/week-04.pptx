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First conversation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conversation is a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user: what is a comet?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assistant: a ball of ice and dust...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That list is literally what you send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GET asks. POST sends.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GET /v1/models - just an address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POST /v1/chat/completions - an address AND a parcel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Packing the parcel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JSON.stringify({ ... })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model: which brain to use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messages: the conversation so far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Content-Type says what is inside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40  </a:t>
            </a:r>
            <a:r>
              <a:rPr sz="1800">
                <a:solidFill>
                  <a:srgbClr val="7FE0A0"/>
                </a:solidFill>
                <a:latin typeface="Consolas"/>
              </a:rPr>
              <a:t>// Week 4: ask the AI a real question.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comment: this week we ask the AI a real question.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40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41  </a:t>
            </a:r>
            <a:r>
              <a:rPr sz="1800">
                <a:solidFill>
                  <a:srgbClr val="7FE0A0"/>
                </a:solidFill>
                <a:latin typeface="Consolas"/>
              </a:rPr>
              <a:t>// A chat request is a LIST of messages. Each one says who said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comment: a chat request is a LIST of messages, each one saying who spoke.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40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41  </a:t>
            </a:r>
            <a:r>
              <a:rPr sz="18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42  </a:t>
            </a:r>
            <a:r>
              <a:rPr sz="1800">
                <a:solidFill>
                  <a:srgbClr val="7FE0A0"/>
                </a:solidFill>
                <a:latin typeface="Consolas"/>
              </a:rPr>
              <a:t>async function askAI(question)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 async function askAI that takes the question and will hand back the answer.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40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41  </a:t>
            </a:r>
            <a:r>
              <a:rPr sz="18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42  </a:t>
            </a:r>
            <a:r>
              <a:rPr sz="1800">
                <a:solidFill>
                  <a:srgbClr val="6D8C97"/>
                </a:solidFill>
                <a:latin typeface="Consolas"/>
              </a:rPr>
              <a:t>async function askAI(question)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43  </a:t>
            </a:r>
            <a:r>
              <a:rPr sz="1800">
                <a:solidFill>
                  <a:srgbClr val="7FE0A0"/>
                </a:solidFill>
                <a:latin typeface="Consolas"/>
              </a:rPr>
              <a:t>  const res = await fetch(AI_BASE + '/v1/chat/completions',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await fetch to the /v1/chat/completions address - the endpoint that answers.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40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41  </a:t>
            </a:r>
            <a:r>
              <a:rPr sz="18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42  </a:t>
            </a:r>
            <a:r>
              <a:rPr sz="1800">
                <a:solidFill>
                  <a:srgbClr val="6D8C97"/>
                </a:solidFill>
                <a:latin typeface="Consolas"/>
              </a:rPr>
              <a:t>async function askAI(question)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43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44  </a:t>
            </a:r>
            <a:r>
              <a:rPr sz="1800">
                <a:solidFill>
                  <a:srgbClr val="7FE0A0"/>
                </a:solidFill>
                <a:latin typeface="Consolas"/>
              </a:rPr>
              <a:t>    method: 'POST',                       // POST = I am sending you something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method 'POST' because we are SENDING something, not just asking for a page.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40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41  </a:t>
            </a:r>
            <a:r>
              <a:rPr sz="18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42  </a:t>
            </a:r>
            <a:r>
              <a:rPr sz="1800">
                <a:solidFill>
                  <a:srgbClr val="6D8C97"/>
                </a:solidFill>
                <a:latin typeface="Consolas"/>
              </a:rPr>
              <a:t>async function askAI(question)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43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44  </a:t>
            </a:r>
            <a:r>
              <a:rPr sz="18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45  </a:t>
            </a:r>
            <a:r>
              <a:rPr sz="1800">
                <a:solidFill>
                  <a:srgbClr val="7FE0A0"/>
                </a:solidFill>
                <a:latin typeface="Consolas"/>
              </a:rPr>
              <a:t>    headers: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Opens the headers - the label on the parcel we are sending.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40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41  </a:t>
            </a:r>
            <a:r>
              <a:rPr sz="18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42  </a:t>
            </a:r>
            <a:r>
              <a:rPr sz="1800">
                <a:solidFill>
                  <a:srgbClr val="6D8C97"/>
                </a:solidFill>
                <a:latin typeface="Consolas"/>
              </a:rPr>
              <a:t>async function askAI(question)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43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44  </a:t>
            </a:r>
            <a:r>
              <a:rPr sz="18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45  </a:t>
            </a:r>
            <a:r>
              <a:rPr sz="1800">
                <a:solidFill>
                  <a:srgbClr val="6D8C97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46  </a:t>
            </a:r>
            <a:r>
              <a:rPr sz="1800">
                <a:solidFill>
                  <a:srgbClr val="7FE0A0"/>
                </a:solidFill>
                <a:latin typeface="Consolas"/>
              </a:rPr>
              <a:t>      'Content-Type': 'application/json', // what I am sending is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Content-Type says the parcel is JSON.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40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41  </a:t>
            </a:r>
            <a:r>
              <a:rPr sz="18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42  </a:t>
            </a:r>
            <a:r>
              <a:rPr sz="1800">
                <a:solidFill>
                  <a:srgbClr val="6D8C97"/>
                </a:solidFill>
                <a:latin typeface="Consolas"/>
              </a:rPr>
              <a:t>async function askAI(question)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43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44  </a:t>
            </a:r>
            <a:r>
              <a:rPr sz="18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45  </a:t>
            </a:r>
            <a:r>
              <a:rPr sz="1800">
                <a:solidFill>
                  <a:srgbClr val="6D8C97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46  </a:t>
            </a:r>
            <a:r>
              <a:rPr sz="1800">
                <a:solidFill>
                  <a:srgbClr val="6D8C97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47  </a:t>
            </a:r>
            <a:r>
              <a:rPr sz="1800">
                <a:solidFill>
                  <a:srgbClr val="7FE0A0"/>
                </a:solidFill>
                <a:latin typeface="Consolas"/>
              </a:rPr>
              <a:t>      'Authorization': 'Bearer ' + API_KEY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Authorization proves who we are, with the key as a Bearer token.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40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41  </a:t>
            </a:r>
            <a:r>
              <a:rPr sz="18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42  </a:t>
            </a:r>
            <a:r>
              <a:rPr sz="1800">
                <a:solidFill>
                  <a:srgbClr val="6D8C97"/>
                </a:solidFill>
                <a:latin typeface="Consolas"/>
              </a:rPr>
              <a:t>async function askAI(question)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43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44  </a:t>
            </a:r>
            <a:r>
              <a:rPr sz="18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45  </a:t>
            </a:r>
            <a:r>
              <a:rPr sz="1800">
                <a:solidFill>
                  <a:srgbClr val="6D8C97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46  </a:t>
            </a:r>
            <a:r>
              <a:rPr sz="1800">
                <a:solidFill>
                  <a:srgbClr val="6D8C97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47  </a:t>
            </a:r>
            <a:r>
              <a:rPr sz="1800">
                <a:solidFill>
                  <a:srgbClr val="6D8C97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48  </a:t>
            </a:r>
            <a:r>
              <a:rPr sz="1800">
                <a:solidFill>
                  <a:srgbClr val="7FE0A0"/>
                </a:solidFill>
                <a:latin typeface="Consolas"/>
              </a:rPr>
              <a:t>    },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Closes the headers.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JSON.stringify()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Turns your data into a string of text to send over the network.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server speaks text, not JavaScript objects.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askAI(question)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6D8C97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6D8C97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47  </a:t>
            </a:r>
            <a:r>
              <a:rPr sz="1300">
                <a:solidFill>
                  <a:srgbClr val="6D8C97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48  </a:t>
            </a:r>
            <a:r>
              <a:rPr sz="1300">
                <a:solidFill>
                  <a:srgbClr val="6D8C97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49  </a:t>
            </a:r>
            <a:r>
              <a:rPr sz="1300">
                <a:solidFill>
                  <a:srgbClr val="7FE0A0"/>
                </a:solidFill>
                <a:latin typeface="Consolas"/>
              </a:rPr>
              <a:t>    body: JSON.stringify({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body is what we send. JSON.stringify turns the object below into text.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askAI(question)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6D8C97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6D8C97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47  </a:t>
            </a:r>
            <a:r>
              <a:rPr sz="1300">
                <a:solidFill>
                  <a:srgbClr val="6D8C97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48  </a:t>
            </a:r>
            <a:r>
              <a:rPr sz="1300">
                <a:solidFill>
                  <a:srgbClr val="6D8C97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49  </a:t>
            </a:r>
            <a:r>
              <a:rPr sz="1300">
                <a:solidFill>
                  <a:srgbClr val="6D8C97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7FE0A0"/>
                </a:solidFill>
                <a:latin typeface="Consolas"/>
              </a:rPr>
              <a:t>      model: 'fast',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model: which brain to use. 'fast' is the quick one.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Lists: [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 ordered list of things, in square brackets.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messages: [ ... ] holds every message in order.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51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askAI(question)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6D8C97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6D8C97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47  </a:t>
            </a:r>
            <a:r>
              <a:rPr sz="1300">
                <a:solidFill>
                  <a:srgbClr val="6D8C97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48  </a:t>
            </a:r>
            <a:r>
              <a:rPr sz="1300">
                <a:solidFill>
                  <a:srgbClr val="6D8C97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49  </a:t>
            </a:r>
            <a:r>
              <a:rPr sz="1300">
                <a:solidFill>
                  <a:srgbClr val="6D8C97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6D8C97"/>
                </a:solidFill>
                <a:latin typeface="Consolas"/>
              </a:rPr>
              <a:t>      model: 'fast',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51  </a:t>
            </a:r>
            <a:r>
              <a:rPr sz="1300">
                <a:solidFill>
                  <a:srgbClr val="7FE0A0"/>
                </a:solidFill>
                <a:latin typeface="Consolas"/>
              </a:rPr>
              <a:t>      messages: [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messages: the conversation so far, as a list.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askAI(question)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6D8C97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6D8C97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47  </a:t>
            </a:r>
            <a:r>
              <a:rPr sz="1300">
                <a:solidFill>
                  <a:srgbClr val="6D8C97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48  </a:t>
            </a:r>
            <a:r>
              <a:rPr sz="1300">
                <a:solidFill>
                  <a:srgbClr val="6D8C97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49  </a:t>
            </a:r>
            <a:r>
              <a:rPr sz="1300">
                <a:solidFill>
                  <a:srgbClr val="6D8C97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6D8C97"/>
                </a:solidFill>
                <a:latin typeface="Consolas"/>
              </a:rPr>
              <a:t>      model: 'fast',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51  </a:t>
            </a:r>
            <a:r>
              <a:rPr sz="1300">
                <a:solidFill>
                  <a:srgbClr val="6D8C97"/>
                </a:solidFill>
                <a:latin typeface="Consolas"/>
              </a:rPr>
              <a:t>      messages: [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{ role: 'user', content: question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One message: role 'user' means YOU said it; content is the question.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askAI(question)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6D8C97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6D8C97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47  </a:t>
            </a:r>
            <a:r>
              <a:rPr sz="1300">
                <a:solidFill>
                  <a:srgbClr val="6D8C97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48  </a:t>
            </a:r>
            <a:r>
              <a:rPr sz="1300">
                <a:solidFill>
                  <a:srgbClr val="6D8C97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49  </a:t>
            </a:r>
            <a:r>
              <a:rPr sz="1300">
                <a:solidFill>
                  <a:srgbClr val="6D8C97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6D8C97"/>
                </a:solidFill>
                <a:latin typeface="Consolas"/>
              </a:rPr>
              <a:t>      model: 'fast',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51  </a:t>
            </a:r>
            <a:r>
              <a:rPr sz="1300">
                <a:solidFill>
                  <a:srgbClr val="6D8C97"/>
                </a:solidFill>
                <a:latin typeface="Consolas"/>
              </a:rPr>
              <a:t>      messages: [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{ role: 'user', content: question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53  </a:t>
            </a:r>
            <a:r>
              <a:rPr sz="1300">
                <a:solidFill>
                  <a:srgbClr val="7FE0A0"/>
                </a:solidFill>
                <a:latin typeface="Consolas"/>
              </a:rPr>
              <a:t>    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Closes the messages list.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askAI(question)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6D8C97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6D8C97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47  </a:t>
            </a:r>
            <a:r>
              <a:rPr sz="1300">
                <a:solidFill>
                  <a:srgbClr val="6D8C97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48  </a:t>
            </a:r>
            <a:r>
              <a:rPr sz="1300">
                <a:solidFill>
                  <a:srgbClr val="6D8C97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49  </a:t>
            </a:r>
            <a:r>
              <a:rPr sz="1300">
                <a:solidFill>
                  <a:srgbClr val="6D8C97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6D8C97"/>
                </a:solidFill>
                <a:latin typeface="Consolas"/>
              </a:rPr>
              <a:t>      model: 'fast',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51  </a:t>
            </a:r>
            <a:r>
              <a:rPr sz="1300">
                <a:solidFill>
                  <a:srgbClr val="6D8C97"/>
                </a:solidFill>
                <a:latin typeface="Consolas"/>
              </a:rPr>
              <a:t>      messages: [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{ role: 'user', content: question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53  </a:t>
            </a:r>
            <a:r>
              <a:rPr sz="1300">
                <a:solidFill>
                  <a:srgbClr val="6D8C97"/>
                </a:solidFill>
                <a:latin typeface="Consolas"/>
              </a:rPr>
              <a:t>      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54  </a:t>
            </a:r>
            <a:r>
              <a:rPr sz="1300">
                <a:solidFill>
                  <a:srgbClr val="7FE0A0"/>
                </a:solidFill>
                <a:latin typeface="Consolas"/>
              </a:rPr>
              <a:t>    })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Closes the object we are sending.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askAI(question)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6D8C97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6D8C97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47  </a:t>
            </a:r>
            <a:r>
              <a:rPr sz="1300">
                <a:solidFill>
                  <a:srgbClr val="6D8C97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48  </a:t>
            </a:r>
            <a:r>
              <a:rPr sz="1300">
                <a:solidFill>
                  <a:srgbClr val="6D8C97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49  </a:t>
            </a:r>
            <a:r>
              <a:rPr sz="1300">
                <a:solidFill>
                  <a:srgbClr val="6D8C97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6D8C97"/>
                </a:solidFill>
                <a:latin typeface="Consolas"/>
              </a:rPr>
              <a:t>      model: 'fast',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51  </a:t>
            </a:r>
            <a:r>
              <a:rPr sz="1300">
                <a:solidFill>
                  <a:srgbClr val="6D8C97"/>
                </a:solidFill>
                <a:latin typeface="Consolas"/>
              </a:rPr>
              <a:t>      messages: [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{ role: 'user', content: question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53  </a:t>
            </a:r>
            <a:r>
              <a:rPr sz="1300">
                <a:solidFill>
                  <a:srgbClr val="6D8C97"/>
                </a:solidFill>
                <a:latin typeface="Consolas"/>
              </a:rPr>
              <a:t>      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54  </a:t>
            </a:r>
            <a:r>
              <a:rPr sz="1300">
                <a:solidFill>
                  <a:srgbClr val="6D8C97"/>
                </a:solidFill>
                <a:latin typeface="Consolas"/>
              </a:rPr>
              <a:t>    })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55  </a:t>
            </a:r>
            <a:r>
              <a:rPr sz="1300">
                <a:solidFill>
                  <a:srgbClr val="7FE0A0"/>
                </a:solidFill>
                <a:latin typeface="Consolas"/>
              </a:rPr>
              <a:t>  });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Closes the fetch call.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56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askAI(question)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6D8C97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6D8C97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47  </a:t>
            </a:r>
            <a:r>
              <a:rPr sz="1300">
                <a:solidFill>
                  <a:srgbClr val="6D8C97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48  </a:t>
            </a:r>
            <a:r>
              <a:rPr sz="1300">
                <a:solidFill>
                  <a:srgbClr val="6D8C97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49  </a:t>
            </a:r>
            <a:r>
              <a:rPr sz="1300">
                <a:solidFill>
                  <a:srgbClr val="6D8C97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6D8C97"/>
                </a:solidFill>
                <a:latin typeface="Consolas"/>
              </a:rPr>
              <a:t>      model: 'fast',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51  </a:t>
            </a:r>
            <a:r>
              <a:rPr sz="1300">
                <a:solidFill>
                  <a:srgbClr val="6D8C97"/>
                </a:solidFill>
                <a:latin typeface="Consolas"/>
              </a:rPr>
              <a:t>      messages: [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{ role: 'user', content: question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53  </a:t>
            </a:r>
            <a:r>
              <a:rPr sz="1300">
                <a:solidFill>
                  <a:srgbClr val="6D8C97"/>
                </a:solidFill>
                <a:latin typeface="Consolas"/>
              </a:rPr>
              <a:t>      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54  </a:t>
            </a:r>
            <a:r>
              <a:rPr sz="1300">
                <a:solidFill>
                  <a:srgbClr val="6D8C97"/>
                </a:solidFill>
                <a:latin typeface="Consolas"/>
              </a:rPr>
              <a:t>    })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55  </a:t>
            </a:r>
            <a:r>
              <a:rPr sz="1300">
                <a:solidFill>
                  <a:srgbClr val="6D8C97"/>
                </a:solidFill>
                <a:latin typeface="Consolas"/>
              </a:rPr>
              <a:t>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56  </a:t>
            </a:r>
            <a:r>
              <a:rPr sz="1300">
                <a:solidFill>
                  <a:srgbClr val="7FE0A0"/>
                </a:solidFill>
                <a:latin typeface="Consolas"/>
              </a:rPr>
              <a:t>  const data = await res.json();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await res.json() reads the reply into data you can use.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Picking from a list: [0]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[0] takes the FIRST item - counting starts at 0, not 1.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choices[0] is the first choice.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57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askAI(question)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6D8C97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6D8C97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47  </a:t>
            </a:r>
            <a:r>
              <a:rPr sz="1300">
                <a:solidFill>
                  <a:srgbClr val="6D8C97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48  </a:t>
            </a:r>
            <a:r>
              <a:rPr sz="1300">
                <a:solidFill>
                  <a:srgbClr val="6D8C97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49  </a:t>
            </a:r>
            <a:r>
              <a:rPr sz="1300">
                <a:solidFill>
                  <a:srgbClr val="6D8C97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6D8C97"/>
                </a:solidFill>
                <a:latin typeface="Consolas"/>
              </a:rPr>
              <a:t>      model: 'fast',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51  </a:t>
            </a:r>
            <a:r>
              <a:rPr sz="1300">
                <a:solidFill>
                  <a:srgbClr val="6D8C97"/>
                </a:solidFill>
                <a:latin typeface="Consolas"/>
              </a:rPr>
              <a:t>      messages: [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{ role: 'user', content: question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53  </a:t>
            </a:r>
            <a:r>
              <a:rPr sz="1300">
                <a:solidFill>
                  <a:srgbClr val="6D8C97"/>
                </a:solidFill>
                <a:latin typeface="Consolas"/>
              </a:rPr>
              <a:t>      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54  </a:t>
            </a:r>
            <a:r>
              <a:rPr sz="1300">
                <a:solidFill>
                  <a:srgbClr val="6D8C97"/>
                </a:solidFill>
                <a:latin typeface="Consolas"/>
              </a:rPr>
              <a:t>    })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55  </a:t>
            </a:r>
            <a:r>
              <a:rPr sz="1300">
                <a:solidFill>
                  <a:srgbClr val="6D8C97"/>
                </a:solidFill>
                <a:latin typeface="Consolas"/>
              </a:rPr>
              <a:t>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56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data = await res.json();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57  </a:t>
            </a:r>
            <a:r>
              <a:rPr sz="1300">
                <a:solidFill>
                  <a:srgbClr val="7FE0A0"/>
                </a:solidFill>
                <a:latin typeface="Consolas"/>
              </a:rPr>
              <a:t>  return data.choices[0].message.content;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answer hides at data.choices[0].message.content - return it to whoever asked.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58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askAI(question)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6D8C97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6D8C97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47  </a:t>
            </a:r>
            <a:r>
              <a:rPr sz="1300">
                <a:solidFill>
                  <a:srgbClr val="6D8C97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48  </a:t>
            </a:r>
            <a:r>
              <a:rPr sz="1300">
                <a:solidFill>
                  <a:srgbClr val="6D8C97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49  </a:t>
            </a:r>
            <a:r>
              <a:rPr sz="1300">
                <a:solidFill>
                  <a:srgbClr val="6D8C97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6D8C97"/>
                </a:solidFill>
                <a:latin typeface="Consolas"/>
              </a:rPr>
              <a:t>      model: 'fast',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51  </a:t>
            </a:r>
            <a:r>
              <a:rPr sz="1300">
                <a:solidFill>
                  <a:srgbClr val="6D8C97"/>
                </a:solidFill>
                <a:latin typeface="Consolas"/>
              </a:rPr>
              <a:t>      messages: [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{ role: 'user', content: question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53  </a:t>
            </a:r>
            <a:r>
              <a:rPr sz="1300">
                <a:solidFill>
                  <a:srgbClr val="6D8C97"/>
                </a:solidFill>
                <a:latin typeface="Consolas"/>
              </a:rPr>
              <a:t>      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54  </a:t>
            </a:r>
            <a:r>
              <a:rPr sz="1300">
                <a:solidFill>
                  <a:srgbClr val="6D8C97"/>
                </a:solidFill>
                <a:latin typeface="Consolas"/>
              </a:rPr>
              <a:t>    })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55  </a:t>
            </a:r>
            <a:r>
              <a:rPr sz="1300">
                <a:solidFill>
                  <a:srgbClr val="6D8C97"/>
                </a:solidFill>
                <a:latin typeface="Consolas"/>
              </a:rPr>
              <a:t>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56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data = await res.json();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57  </a:t>
            </a:r>
            <a:r>
              <a:rPr sz="1300">
                <a:solidFill>
                  <a:srgbClr val="6D8C97"/>
                </a:solidFill>
                <a:latin typeface="Consolas"/>
              </a:rPr>
              <a:t>  return data.choices[0].message.content;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58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Closes the function.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script.js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7FE0A0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7FE0A0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7FE0A0"/>
                </a:solidFill>
                <a:latin typeface="Consolas"/>
              </a:rPr>
              <a:t>async function askAI(question)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7FE0A0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7FE0A0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7FE0A0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7FE0A0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47  </a:t>
            </a:r>
            <a:r>
              <a:rPr sz="1300">
                <a:solidFill>
                  <a:srgbClr val="7FE0A0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48  </a:t>
            </a:r>
            <a:r>
              <a:rPr sz="1300">
                <a:solidFill>
                  <a:srgbClr val="7FE0A0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49  </a:t>
            </a:r>
            <a:r>
              <a:rPr sz="1300">
                <a:solidFill>
                  <a:srgbClr val="7FE0A0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7FE0A0"/>
                </a:solidFill>
                <a:latin typeface="Consolas"/>
              </a:rPr>
              <a:t>      model: 'fast',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51  </a:t>
            </a:r>
            <a:r>
              <a:rPr sz="1300">
                <a:solidFill>
                  <a:srgbClr val="7FE0A0"/>
                </a:solidFill>
                <a:latin typeface="Consolas"/>
              </a:rPr>
              <a:t>      messages: [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{ role: 'user', content: question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53  </a:t>
            </a:r>
            <a:r>
              <a:rPr sz="1300">
                <a:solidFill>
                  <a:srgbClr val="7FE0A0"/>
                </a:solidFill>
                <a:latin typeface="Consolas"/>
              </a:rPr>
              <a:t>      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54  </a:t>
            </a:r>
            <a:r>
              <a:rPr sz="1300">
                <a:solidFill>
                  <a:srgbClr val="7FE0A0"/>
                </a:solidFill>
                <a:latin typeface="Consolas"/>
              </a:rPr>
              <a:t>    })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55  </a:t>
            </a:r>
            <a:r>
              <a:rPr sz="1300">
                <a:solidFill>
                  <a:srgbClr val="7FE0A0"/>
                </a:solidFill>
                <a:latin typeface="Consolas"/>
              </a:rPr>
              <a:t>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56  </a:t>
            </a:r>
            <a:r>
              <a:rPr sz="1300">
                <a:solidFill>
                  <a:srgbClr val="7FE0A0"/>
                </a:solidFill>
                <a:latin typeface="Consolas"/>
              </a:rPr>
              <a:t>  const data = await res.json();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57  </a:t>
            </a:r>
            <a:r>
              <a:rPr sz="1300">
                <a:solidFill>
                  <a:srgbClr val="7FE0A0"/>
                </a:solidFill>
                <a:latin typeface="Consolas"/>
              </a:rPr>
              <a:t>  return data.choices[0].message.content;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58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JSON.stringify(obj)  turns an object into...?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an HTML element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function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text you can send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JSON.stringify(obj)  turns an object into...?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an HTML element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function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text you can send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packs an object into text so it can travel over the network.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[ ]  in JavaScript is...?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an object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list of items in order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string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comment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[ ]  in JavaScript is...?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an object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list of items in order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string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comment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Square brackets make an array - a list.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For  msgs[0]  which item do you get?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last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random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first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all of them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For  msgs[0]  which item do you get?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last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random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first one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all of them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Indexing starts at 0, so [0] is the first item.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 fetch  return that you must await? (from week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colour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first item of a list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an HTML tag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reply that takes time to arrive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 fetch  return that you must await? (from week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colour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first item of a list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an HTML tag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reply that takes time to arrive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fetch talks to a server, which takes time - so you await the reply.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the answer hides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data.choices[0].message.content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choices - a list of answers (you get one)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[0] - the first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message.content - the actual words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Slow things need await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const reply = await askAI(text)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listener has to be async too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Forget it and you get [object Promise]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Delete the listModels() call - it has done its job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script.js   -   replace 3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60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// In PixelPad your loop() checked 'was a key pressed?' every frame. Here you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61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// leave a note: when this form is submitted, run this. The browser waits.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62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composer.addEventListener('submit', function (event)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These lines change - take the old ones out; the new version is next.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60  </a:t>
            </a:r>
            <a:r>
              <a:rPr sz="1800">
                <a:solidFill>
                  <a:srgbClr val="7FE0A0"/>
                </a:solidFill>
                <a:latin typeface="Consolas"/>
              </a:rPr>
              <a:t>// The browser calls this when the form is submitted.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comment: the browser calls this when the form is submitted.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61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60  </a:t>
            </a:r>
            <a:r>
              <a:rPr sz="18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61  </a:t>
            </a:r>
            <a:r>
              <a:rPr sz="1800">
                <a:solidFill>
                  <a:srgbClr val="7FE0A0"/>
                </a:solidFill>
                <a:latin typeface="Consolas"/>
              </a:rPr>
              <a:t>composer.addEventListener('submit', async function (event)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Add async so we are allowed to await the slow AI call inside.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script.js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60  </a:t>
            </a:r>
            <a:r>
              <a:rPr sz="18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61  </a:t>
            </a:r>
            <a:r>
              <a:rPr sz="18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62  </a:t>
            </a:r>
            <a:r>
              <a:rPr sz="18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63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64  </a:t>
            </a:r>
            <a:r>
              <a:rPr sz="18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65  </a:t>
            </a:r>
            <a:r>
              <a:rPr sz="18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66  </a:t>
            </a:r>
            <a:r>
              <a:rPr sz="18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67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  addLine('bot', 'You said: ' + text);   // a pretend answer, for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take the old one out; the new version is next.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67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60  </a:t>
            </a:r>
            <a:r>
              <a:rPr sz="18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61  </a:t>
            </a:r>
            <a:r>
              <a:rPr sz="18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62  </a:t>
            </a:r>
            <a:r>
              <a:rPr sz="18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63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64  </a:t>
            </a:r>
            <a:r>
              <a:rPr sz="18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65  </a:t>
            </a:r>
            <a:r>
              <a:rPr sz="18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66  </a:t>
            </a:r>
            <a:r>
              <a:rPr sz="18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67  </a:t>
            </a:r>
            <a:r>
              <a:rPr sz="1800">
                <a:solidFill>
                  <a:srgbClr val="7FE0A0"/>
                </a:solidFill>
                <a:latin typeface="Consolas"/>
              </a:rPr>
              <a:t>  addLine('bot', 'thinking...');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Change the pretend reply to a 'thinking...' line while we wait.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68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60  </a:t>
            </a:r>
            <a:r>
              <a:rPr sz="18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61  </a:t>
            </a:r>
            <a:r>
              <a:rPr sz="18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62  </a:t>
            </a:r>
            <a:r>
              <a:rPr sz="18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63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64  </a:t>
            </a:r>
            <a:r>
              <a:rPr sz="18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65  </a:t>
            </a:r>
            <a:r>
              <a:rPr sz="18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66  </a:t>
            </a:r>
            <a:r>
              <a:rPr sz="18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67  </a:t>
            </a:r>
            <a:r>
              <a:rPr sz="1800">
                <a:solidFill>
                  <a:srgbClr val="6D8C97"/>
                </a:solidFill>
                <a:latin typeface="Consolas"/>
              </a:rPr>
              <a:t>  addLine('bot', 'thinking...');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68  </a:t>
            </a:r>
            <a:r>
              <a:rPr sz="1800">
                <a:solidFill>
                  <a:srgbClr val="7FE0A0"/>
                </a:solidFill>
                <a:latin typeface="Consolas"/>
              </a:rPr>
              <a:t>  const reply = await askAI(text);       // this is the slow 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await askAI(text): the slow bit - ask the AI and wait for the answer.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.lastChild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box's LAST child - the newest thing added inside it.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chat.lastChild is the message you just put in.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.remove()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Deletes an element from the page.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chat.lastChild.remove() takes the last message back off.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69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60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61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62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63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64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65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66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67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addLine('bot', 'thinking...');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reply = await askAI(text);       // this is the slow bit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69  </a:t>
            </a:r>
            <a:r>
              <a:rPr sz="1300">
                <a:solidFill>
                  <a:srgbClr val="7FE0A0"/>
                </a:solidFill>
                <a:latin typeface="Consolas"/>
              </a:rPr>
              <a:t>  chat.lastChild.remove();               // take the 'thinking' line 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Remove the 'thinking...' line now the real answer is here.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60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61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62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63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64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65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66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67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addLine('bot', 'thinking...');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reply = await askAI(text);       // this is the slow bit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69  </a:t>
            </a:r>
            <a:r>
              <a:rPr sz="1300">
                <a:solidFill>
                  <a:srgbClr val="6D8C97"/>
                </a:solidFill>
                <a:latin typeface="Consolas"/>
              </a:rPr>
              <a:t>  chat.lastChild.remove();               // take the 'thinking' line away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70  </a:t>
            </a:r>
            <a:r>
              <a:rPr sz="1300">
                <a:solidFill>
                  <a:srgbClr val="7FE0A0"/>
                </a:solidFill>
                <a:latin typeface="Consolas"/>
              </a:rPr>
              <a:t>  addLine('bot', reply);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Show the real reply in the chat.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script.js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59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60  </a:t>
            </a:r>
            <a:r>
              <a:rPr sz="1300">
                <a:solidFill>
                  <a:srgbClr val="7FE0A0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61  </a:t>
            </a:r>
            <a:r>
              <a:rPr sz="1300">
                <a:solidFill>
                  <a:srgbClr val="7FE0A0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62  </a:t>
            </a:r>
            <a:r>
              <a:rPr sz="1300">
                <a:solidFill>
                  <a:srgbClr val="7FE0A0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63  </a:t>
            </a:r>
            <a:r>
              <a:rPr sz="1300">
                <a:solidFill>
                  <a:srgbClr val="7FE0A0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64  </a:t>
            </a:r>
            <a:r>
              <a:rPr sz="1300">
                <a:solidFill>
                  <a:srgbClr val="7FE0A0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65  </a:t>
            </a:r>
            <a:r>
              <a:rPr sz="1300">
                <a:solidFill>
                  <a:srgbClr val="7FE0A0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66  </a:t>
            </a:r>
            <a:r>
              <a:rPr sz="1300">
                <a:solidFill>
                  <a:srgbClr val="7FE0A0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67  </a:t>
            </a:r>
            <a:r>
              <a:rPr sz="1300">
                <a:solidFill>
                  <a:srgbClr val="7FE0A0"/>
                </a:solidFill>
                <a:latin typeface="Consolas"/>
              </a:rPr>
              <a:t>  addLine('bot', 'thinking...');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68  </a:t>
            </a:r>
            <a:r>
              <a:rPr sz="1300">
                <a:solidFill>
                  <a:srgbClr val="7FE0A0"/>
                </a:solidFill>
                <a:latin typeface="Consolas"/>
              </a:rPr>
              <a:t>  const reply = await askAI(text);       // this is the slow bit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69  </a:t>
            </a:r>
            <a:r>
              <a:rPr sz="1300">
                <a:solidFill>
                  <a:srgbClr val="7FE0A0"/>
                </a:solidFill>
                <a:latin typeface="Consolas"/>
              </a:rPr>
              <a:t>  chat.lastChild.remove();               // take the 'thinking' line away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70  </a:t>
            </a:r>
            <a:r>
              <a:rPr sz="1300">
                <a:solidFill>
                  <a:srgbClr val="7FE0A0"/>
                </a:solidFill>
                <a:latin typeface="Consolas"/>
              </a:rPr>
              <a:t>  addLine('bot', reply);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71  </a:t>
            </a:r>
            <a:r>
              <a:rPr sz="1300">
                <a:solidFill>
                  <a:srgbClr val="7FE0A0"/>
                </a:solidFill>
                <a:latin typeface="Consolas"/>
              </a:rPr>
              <a:t>});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script.js   -   delete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// The smallest useful request: what models does this server have?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6D8C97"/>
                </a:solidFill>
                <a:latin typeface="Consolas"/>
              </a:rPr>
              <a:t>// 'async' means this function does something slow and can be waited for.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listModels()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res = await fetch(AI_BASE + '/v1/models',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6D8C97"/>
                </a:solidFill>
                <a:latin typeface="Consolas"/>
              </a:rPr>
              <a:t>    headers: { 'Authorization': 'Bearer ' + API_KEY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data = await res.json();   // the answer arrives as text; this reads 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6D8C97"/>
                </a:solidFill>
                <a:latin typeface="Consolas"/>
              </a:rPr>
              <a:t>  console.log('The server offers:', data.data);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 strike="sngStrike">
                <a:solidFill>
                  <a:srgbClr val="F3928B"/>
                </a:solidFill>
                <a:latin typeface="Consolas"/>
              </a:rPr>
              <a:t>listModels();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Delete this line. askAI does the asking now, so the old test call is no longer needed - your file should have no listModels() call left.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real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Run, ask a question and press Send. After a moment the companion replies for real. This needs your own key and the school network; the preview here shows the interface.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Run it in the classroom, or press Show the output in the web deck.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screen should match this.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Make it answer you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Ask it something only you would ask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Check whether the answer is actually true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