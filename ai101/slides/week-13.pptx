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Characters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Four companions. One app.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How many copies of askAI?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One. Only the words change.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Data beats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Four buttons by hand = four nearly identical chunks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Four personalities in an object = one chunk, any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of the most useful ideas you will learn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An object as a lookup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PRESETS['Storyteller']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name goes in, a personality comes out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Like a Python dictionary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Object.keys gives you every name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Add a fifth character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Watch what happens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new line in PRESETS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new button appears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wrote no new code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One source of truth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buttons come from the personalities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They can never disagree with each other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Now make it yours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Colours, font, name, characters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should look like nobody else's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Week 15 is show and tell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