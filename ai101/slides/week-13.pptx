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DCECEF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DCECEF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DCECEF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154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155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156  </a:t>
            </a:r>
            <a:r>
              <a:rPr sz="1400">
                <a:solidFill>
                  <a:srgbClr val="DCECEF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157  </a:t>
            </a:r>
            <a:r>
              <a:rPr sz="1400">
                <a:solidFill>
                  <a:srgbClr val="DCECEF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158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161  </a:t>
            </a:r>
            <a:r>
              <a:rPr sz="14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166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167  </a:t>
            </a:r>
            <a:r>
              <a:rPr sz="14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169  </a:t>
            </a:r>
            <a:r>
              <a:rPr sz="17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170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