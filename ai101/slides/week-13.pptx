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Characters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companions. One app.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many copies of askAI?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One. Only the words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Data beats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buttons by hand = four nearly identical chunks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personalities in an object = one chunk, any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of the most useful ideas you will learn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object as a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PRESETS['Storyteller']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goes in, a personality comes out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shape as { role, content } from week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labels are just character names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 gives you every label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PRESETS =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dictionary of characters: each name maps to a personality instruction. Adding a character is one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first: the name 'Patient helper' points to its system prompt.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storyteller character.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quiz-master character.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rubber-duck character (no comma - it is the last one).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object.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Add a fifth character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Watch what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new line in PRESETS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button appears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wrote no new 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&lt;div id="presets" class="presets"&gt;&lt;/div&gt;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box where the character buttons will appear. The code fills it 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presetBox = document.getElementById('presets');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empty box that will hold the character buttons.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Object.keys()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Object.keys(PRESETS)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 of an object's key NAMES (objects were week 3).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Object.keys(PRESETS) gives every character's name.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Feed that list to for...of (week 8) to build one button each.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7FE0A0"/>
                </a:solidFill>
                <a:latin typeface="Consolas"/>
              </a:rPr>
              <a:t>for (const name of Object.keys(PRESETS))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Loop over every character name. Object.keys(PRESETS) is the list of names.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170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button = document.createElement('button');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 button element.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170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171  </a:t>
            </a:r>
            <a:r>
              <a:rPr sz="1800">
                <a:solidFill>
                  <a:srgbClr val="7FE0A0"/>
                </a:solidFill>
                <a:latin typeface="Consolas"/>
              </a:rPr>
              <a:t>  button.type = 'button';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type = 'button' so it does NOT submit the chat form.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button.className = 'preset';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it the 'preset' class for styling.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button.textContent = name;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character's name on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button.addEventListener('click', function 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it is clicked ...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personaBox.value = PRESETS[name];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load that character's prompt into the Personality box. PRESETS[name] looks it up.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click listener.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7FE0A0"/>
                </a:solidFill>
                <a:latin typeface="Consolas"/>
              </a:rPr>
              <a:t>  presetBox.appendChild(button);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finished button to the page.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presetBox.appendChild(button);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loop - one button per character, built automatically from the data.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7FE0A0"/>
                </a:solidFill>
                <a:latin typeface="Consolas"/>
              </a:rPr>
              <a:t>  presetBox.appendChild(button);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Object.keys(PRESETS)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prompts themselves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number of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One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list of the character NAMES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Object.keys(PRESETS)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prompts themselves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number of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One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list of the character NAMES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 returns an object's key names - here every character's name, so we can loop over them.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build the buttons in a loop instead of writing each one by hand?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Loops are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Buttons must be looped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hide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Adding a character becomes ONE line in PRESETS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build the buttons in a loop instead of writing each one by hand?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Loops are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Buttons must be looped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hide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Adding a character becomes ONE line in PRESETS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buttons build themselves from the data, so a new character is one line - no new button code.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PRESETS[name] looks up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whole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prompt for that character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PRESETS[name] looks up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whole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prompt for that character name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Square brackets with a variable look up that key's value in the object.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6 - what is the 'system' message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standing instruction the AI reads before every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user's question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AI's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6 - what is the 'system' message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standing instruction the AI reads before every reply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user's question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AI's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system message sets how the AI behaves for the whole conversation - that is what each character changes.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9 - the Brain dropdown sends which value to the server?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Always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option the student picked (fast or smart)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random model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9 - the Brain dropdown sends which value to the server?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Always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option the student picked (fast or smart)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random model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modelBox.value is whatever option is currently selected.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7FE0A0"/>
                </a:solidFill>
                <a:latin typeface="Consolas"/>
              </a:rPr>
              <a:t>.presets { display: flex; flex-wrap: wrap; gap: 6px; margin-bottom: 8px;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the character buttons in a wrapping row.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7FE0A0"/>
                </a:solidFill>
                <a:latin typeface="Consolas"/>
              </a:rPr>
              <a:t>.preset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each character button.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5px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Comfortable padding.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Fully rounded - a pill shape.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background.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Small text.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hand pointer, so it looks clickable.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border-color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border-color: #01aefd;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Changes just the COLOUR of a border that already exists.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border (week 2) set thickness, style AND colour at once; this tweaks the colour.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Used on hover to make a button glow blue.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border-color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border-color sets the colour of the box's outline.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.preset:hover { border-color: #01aefd; color: #0a6299;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 hover, turn the border and text blue.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.preset:hover { border-color: #01aefd; color: #0a6299;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source of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buttons come from the personalities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can never disagree with each other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pick a character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open Personality - a button for each character appears. Click 'Storyteller' and ask it something, then click 'Rubber duck' and ask the same thing. The whole character should change, because each button loads a different system prompt. Add your own line to PRESETS and a new button builds itself.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yours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Colours, font, name,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should look like nobody else's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Week 15 is show and tell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