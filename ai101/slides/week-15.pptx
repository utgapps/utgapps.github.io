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Demo 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Fifteen weeks ago this was empty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Today you sign it and show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Twenty minutes to finish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No new features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Sign the credits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Fix the one annoying 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Make it survive a stranger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Rehearse in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Your partner is a stranger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They use it. You say nothing.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Watch where they hesitate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Then swap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Demo format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90 seconds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 it is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conversation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thing that was hard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did the machine never do?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knew anything was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remembered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decided anything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built all of that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Next: AI102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Pictures, voices, video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server, same skills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Everything you wrote still applies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