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&lt;footer class="credits"&gt; ... &lt;/footer&gt;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at the BOTTOM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mirror of &lt;header&gt; (week 1), which was the top strip.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Credits and small print live in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&lt;footer&gt; is this strip at the very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&lt;strong&gt;your name here&lt;/strong&gt;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the text inside it bold, so it stands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wraps a few words mid-sentence, the way &lt;p&gt; (week 1) wraps a paragraph.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your name in the credits.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&lt;strong&gt; bolds a few words inside a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credit line. &lt;strong&gt; makes your name bold - change 'your name here' to yours!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line about what it runs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footer.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Push it down, away from the chat.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padding-top: 14px;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the box, at the top only.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side of padding (week 1), which cushioned all four edges.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adds room above the credits, under the divider 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padding-top cushions the credits from the line above.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above the text, inside the footer.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border-top: 1px solid #dbe3ec;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along just the TOP edge.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side from border-left (week 14).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thin divider that separates the footer from the chat above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border-top is the divider line above the footer.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line along the TOP - a divider above the credits.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Muted grey 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print.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gap under each credit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bottom strip of the page - credits and small print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bottom strip of the page - credits and small print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&lt;footer&gt; is the box for the very bottom of the page.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&lt;strong&gt; renders its text bold so it stands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You keep a history array and resend all of it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You keep a history array and resend all of it every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remembers nothing between calls; you send the whole history each request.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arrive in pieces as it is written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arrive in pieces as it is written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shows the words as they land instead of waiting for the whole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onPiece, the function passed into askAI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onPiece, the function passed into askAI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onPiece runs on every piece and updates the bubble as text arrives.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finished 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- this is the whole thing. Pick a character, set the model and imagination, chat with streaming replies, save and reload a conversation, and see your name in the footer. Put your name in the credits: fifteen weeks, one real AI app that you built and understand line by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