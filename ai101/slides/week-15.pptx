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Fifteen weeks ago this was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Today you sign it and show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Twenty minutes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 new features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Sign the credits - put your own name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one annoying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survive a stranger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&lt;footer&gt;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&lt;footer class="credits"&gt; ... &lt;/footer&gt;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at the BOTTOM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mirror of &lt;header&gt; (week 1), which was the top strip.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Credits and small print live in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&lt;footer&gt;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&lt;footer&gt; is this strip at the very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&lt;footer&gt; for the bottom of the page. class="credits" styles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&lt;strong&gt;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&lt;strong&gt;your name here&lt;/strong&gt;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the text inside it bold, so it stands out.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wraps a few words mid-sentence, the way &lt;p&gt; (week 1) wraps a paragraph.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for your name in the credits.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&lt;strong&gt;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&lt;strong&gt; bolds a few words inside a message.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credit line. &lt;strong&gt; makes your name bold - change 'your name here' to yours!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line about what it runs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footer.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footer.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Push it down, away from the chat.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padding-top: 14px;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the box, at the top only.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side of padding (week 1), which cushioned all four edges.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adds room above the credits, under the divider 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padding-top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padding-top cushions the credits from the line above.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above the text, inside the footer.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border-top: 1px solid #dbe3ec;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along just the TOP edge.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opposite side from border-left (week 14).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thin divider that separates the footer from the chat above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border-top is the divider line above the footer.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line along the TOP - a divider above the credits.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Muted grey 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print.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gap under each credit 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bottom strip of the page - credits and small print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bottom strip of the page - credits and small print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&lt;footer&gt; is the box for the very bottom of the page.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bold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&lt;strong&gt; renders its text bold so it stands out.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You keep a history array and resend all of it every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You keep a history array and resend all of it every time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remembers nothing between calls; you send the whole history each request.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arrive in pieces as it is written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arrive in pieces as it is written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shows the words as they land instead of waiting for the whole answer.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onPiece, the function passed into askAI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onPiece, the function passed into askAI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onPiece runs on every piece and updates the bubble as text arrives.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Rehearse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partner is a stranger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use it. You say nothing.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where they hesitate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swap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Demo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90 seconds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thing that was hard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did the machine never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knew anything was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remembered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decided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built all of that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finished companion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- this is the whole thing. Pick a character, set the model and imagination, chat with streaming replies, save and reload a conversation, and see your name in the footer. Put your name in the credits: fifteen weeks, one real AI app that you built and understand line by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Next: AI102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Pictures, voices, video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server, same skills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wrote still applies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