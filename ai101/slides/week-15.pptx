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at the BOTTOM of the page - credits and small print.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the text inside it bold, so it stands 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credit line. &lt;strong&gt; makes your name bold - change 'your name here' to yours!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line about what it runs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footer.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footer.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Push it down, away from the chat.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the box, at the top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above the text, inside the footer.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along just the top edge - a divider above the footer.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line along the TOP - a divider above the credits.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Muted grey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print.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gap under each credit 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&lt;footer&gt; is the box for the very bottom of the page.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&lt;strong&gt; renders its text bold so it stands 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remembers nothing between calls; you send the whole history each request.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shows the words as they land instead of waiting for the whole answer.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onPiece runs on every piece and updates the bubble as text arrives.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finished 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- this is the whole thing. Pick a character, set the model and imagination, chat with streaming replies, save and reload a conversation, and see your name in the footer. Put your name in the credits: fifteen weeks, one real AI app that you built and understand line by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