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Demo 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Fifteen weeks ago this was empty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Today you sign it and show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Twenty minutes to finish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No new features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Sign the credits - put your own name 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Fix the one annoying 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Make it survive a stranger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&lt;footer&gt;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&lt;footer class="credits"&gt; ... &lt;/footer&gt;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for the strip at the BOTTOM of the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mirror of &lt;header&gt; (week 1), which was the top strip.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Credits and small print live in here.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&lt;footer&gt;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8354" y="5312664"/>
            <a:ext cx="5021153" cy="285292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The &lt;footer&gt; is this strip at the very bottom.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7FE0A0"/>
                </a:solidFill>
                <a:latin typeface="Consolas"/>
              </a:rPr>
              <a:t>  &lt;footer class="credits"&gt;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&lt;footer&gt; for the bottom of the page. class="credits" styles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&lt;strong&gt;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&lt;strong&gt;your name here&lt;/strong&gt;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Makes the text inside it bold, so it stands out.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wraps a few words mid-sentence, the way &lt;p&gt; (week 1) wraps a paragraph.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 it for your name in the credits.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&lt;strong&gt;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&lt;strong&gt; bolds a few words inside a message.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&lt;footer class="credits"&gt;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&lt;p&gt;Built by &lt;strong&gt;your name here&lt;/strong&gt; in AI101 &amp;middot; UTG Academy&lt;/p&gt;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Your credit line. &lt;strong&gt; makes your name bold - change 'your name here' to yours!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&lt;footer class="credits"&gt;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&lt;p&gt;Built by &lt;strong&gt;your name here&lt;/strong&gt; in AI101 &amp;middot; UTG Academy&lt;/p&gt;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&lt;p&gt;Runs on the school AI server. Written in plain HTML, CSS and JavaScript.&lt;/p&gt;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line about what it runs 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&lt;footer class="credits"&gt;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&lt;p&gt;Built by &lt;strong&gt;your name here&lt;/strong&gt; in AI101 &amp;middot; UTG Academy&lt;/p&gt;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&lt;p&gt;Runs on the school AI server. Written in plain HTML, CSS and JavaScript.&lt;/p&gt;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7FE0A0"/>
                </a:solidFill>
                <a:latin typeface="Consolas"/>
              </a:rPr>
              <a:t>  &lt;/footer&gt;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footer.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7FE0A0"/>
                </a:solidFill>
                <a:latin typeface="Consolas"/>
              </a:rPr>
              <a:t>  &lt;footer class="credits"&gt;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&lt;p&gt;Built by &lt;strong&gt;your name here&lt;/strong&gt; in AI101 &amp;middot; UTG Academy&lt;/p&gt;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&lt;p&gt;Runs on the school AI server. Written in plain HTML, CSS and JavaScript.&lt;/p&gt;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7FE0A0"/>
                </a:solidFill>
                <a:latin typeface="Consolas"/>
              </a:rPr>
              <a:t>  &lt;/footer&gt;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7FE0A0"/>
                </a:solidFill>
                <a:latin typeface="Consolas"/>
              </a:rPr>
              <a:t>&lt;/main&gt;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.credits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the footer.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margin-top: 22px;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Push it down, away from the chat.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padding-top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padding-top: 14px;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INSIDE the box, at the top only.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side of padding (week 1), which cushioned all four edges.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adds room above the credits, under the divider line.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padding-top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8354" y="5312664"/>
            <a:ext cx="5021153" cy="285292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padding-top cushions the credits from the line above.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22px;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padding-top: 14px;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above the text, inside the footer.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border-top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border-top: 1px solid #dbe3ec;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line along just the TOP edge.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opposite side from border-left (week 14).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thin divider that separates the footer from the chat above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border-top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8354" y="5312664"/>
            <a:ext cx="5021153" cy="285292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border-top is the divider line above the footer.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22px;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padding-top: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border-top: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thin line along the TOP - a divider above the credits.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22px;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padding-top: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border-top: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#6b7787;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Muted grey text.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22px;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padding-top: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border-top: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#6b7787;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12px;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Small print.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22px;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padding-top: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border-top: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#6b7787;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22px;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padding-top: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border-top: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#6b7787;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.credits p { margin: 0 0 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little gap under each credit line.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margin-top: 22px;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padding-top: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border-top: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#6b7787;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.credits p { margin: 0 0 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the &lt;footer&gt; tag hold?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bottom strip of the page - credits and small print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main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character buttons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the &lt;footer&gt; tag hold?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bottom strip of the page - credits and small print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main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character buttons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&lt;footer&gt; is the box for the very bottom of the page.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&lt;strong&gt; makes the text inside it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bold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blue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bigger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hidden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&lt;strong&gt; makes the text inside it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bold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blue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bigger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hidden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&lt;strong&gt; renders its text bold so it stands out.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7 - how does a stateless AI 'remember' your conversation?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You keep a history array and resend all of it every time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server stores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It uses cookies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It does not remember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7 - how does a stateless AI 'remember' your conversation?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You keep a history array and resend all of it every time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server stores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It uses cookies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It does not remember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model remembers nothing between calls; you send the whole history each request.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10 - stream: true makes the reply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arrive in pieces as it is written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shorter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faster overall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saved automatically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10 - stream: true makes the reply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arrive in pieces as it is written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shorter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faster overall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saved automatically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Streaming shows the words as they land instead of waiting for the whole answer.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11 - what draws each streamed piece on screen?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onPiece, the function passed into askAI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server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timer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trimHistory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11 - what draws each streamed piece on screen?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onPiece, the function passed into askAI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server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timer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trimHistory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onPiece runs on every piece and updates the bubble as text arrives.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Rehearse in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Your partner is a stranger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They use it. You say nothing.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Watch where they hesitate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Then swap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Demo format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90 seconds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 it is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conversation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thing that was hard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did the machine never do?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never knew anything was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never remembered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never decided anything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built all of that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your finished companion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 - this is the whole thing. Pick a character, set the model and imagination, chat with streaming replies, save and reload a conversation, and see your name in the footer. Put your name in the credits: fifteen weeks, one real AI app that you built and understand line by line.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Next: AI102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Pictures, voices, video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server, same skills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Everything you wrote still applies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