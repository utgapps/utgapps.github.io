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Demo day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Fifteen weeks ago this was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Today you sign it and show 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Twenty minutes to finish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 new features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Sign the credits - put your own name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Fix the one annoying 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Make it survive a stranger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34  </a:t>
            </a:r>
            <a:r>
              <a:rPr sz="1700">
                <a:solidFill>
                  <a:srgbClr val="7FE0A0"/>
                </a:solidFill>
                <a:latin typeface="Consolas"/>
              </a:rPr>
              <a:t>  &lt;footer class="credits"&gt;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35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&lt;p&gt;Built by &lt;strong&gt;your name here&lt;/strong&gt; in AI101 &amp;middot; UTG Academy&lt;/p&gt;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36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&lt;p&gt;Runs on the school AI server. Written in plain HTML, CSS and JavaScript.&lt;/p&gt;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37  </a:t>
            </a:r>
            <a:r>
              <a:rPr sz="1700">
                <a:solidFill>
                  <a:srgbClr val="7FE0A0"/>
                </a:solidFill>
                <a:latin typeface="Consolas"/>
              </a:rPr>
              <a:t>  &lt;/footer&gt;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38  </a:t>
            </a:r>
            <a:r>
              <a:rPr sz="1700">
                <a:solidFill>
                  <a:srgbClr val="DCECEF"/>
                </a:solidFill>
                <a:latin typeface="Consolas"/>
              </a:rPr>
              <a:t>&lt;/main&gt;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(2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32  </a:t>
            </a:r>
            <a:r>
              <a:rPr sz="1400">
                <a:solidFill>
                  <a:srgbClr val="DCECEF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33  </a:t>
            </a:r>
            <a:r>
              <a:rPr sz="1400">
                <a:solidFill>
                  <a:srgbClr val="DCECEF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34  </a:t>
            </a:r>
            <a:r>
              <a:rPr sz="1400">
                <a:solidFill>
                  <a:srgbClr val="DCECEF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35  </a:t>
            </a:r>
            <a:r>
              <a:rPr sz="1400">
                <a:solidFill>
                  <a:srgbClr val="DCECEF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36  </a:t>
            </a:r>
            <a:r>
              <a:rPr sz="1400">
                <a:solidFill>
                  <a:srgbClr val="DCECEF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37  </a:t>
            </a:r>
            <a:r>
              <a:rPr sz="1400">
                <a:solidFill>
                  <a:srgbClr val="DCECEF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38  </a:t>
            </a:r>
            <a:r>
              <a:rPr sz="1400">
                <a:solidFill>
                  <a:srgbClr val="DCECEF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39  </a:t>
            </a:r>
            <a:r>
              <a:rPr sz="1400">
                <a:solidFill>
                  <a:srgbClr val="DCECEF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40  </a:t>
            </a:r>
            <a:r>
              <a:rPr sz="1400">
                <a:solidFill>
                  <a:srgbClr val="DCECEF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41  </a:t>
            </a:r>
            <a:r>
              <a:rPr sz="1400">
                <a:solidFill>
                  <a:srgbClr val="DCECEF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42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43  </a:t>
            </a:r>
            <a:r>
              <a:rPr sz="1400">
                <a:solidFill>
                  <a:srgbClr val="7FE0A0"/>
                </a:solidFill>
                <a:latin typeface="Consolas"/>
              </a:rPr>
              <a:t>.credits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44  </a:t>
            </a:r>
            <a:r>
              <a:rPr sz="1400">
                <a:solidFill>
                  <a:srgbClr val="7FE0A0"/>
                </a:solidFill>
                <a:latin typeface="Consolas"/>
              </a:rPr>
              <a:t>  margin-top: 22px;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45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padding-top: 14px;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46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border-top: 1px solid #dbe3ec;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(3 of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47  </a:t>
            </a:r>
            <a:r>
              <a:rPr sz="1700">
                <a:solidFill>
                  <a:srgbClr val="7FE0A0"/>
                </a:solidFill>
                <a:latin typeface="Consolas"/>
              </a:rPr>
              <a:t>  color: #6b7787;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48  </a:t>
            </a:r>
            <a:r>
              <a:rPr sz="1700">
                <a:solidFill>
                  <a:srgbClr val="7FE0A0"/>
                </a:solidFill>
                <a:latin typeface="Consolas"/>
              </a:rPr>
              <a:t>  font-size: 12px;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49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50  </a:t>
            </a:r>
            <a:r>
              <a:rPr sz="1700">
                <a:solidFill>
                  <a:srgbClr val="7FE0A0"/>
                </a:solidFill>
                <a:latin typeface="Consolas"/>
              </a:rPr>
              <a:t>.credits p { margin: 0 0 4px;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Rehearse in pairs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Your partner is a stranger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use it. You say nothing.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Watch where they hesitate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Then swap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Demo format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90 seconds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 it is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thing that was hard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did the machine never do?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knew anything was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remembered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never decided anything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built all of that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Next: AI102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Pictures, voices, video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server, same skills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you wrote still applies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