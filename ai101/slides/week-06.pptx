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&lt;details&gt;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&lt;details&gt; ... &lt;/details&gt;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folds open and shut - hidden until you click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optional settings you do not always want on screen.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&lt;div&gt; (week 1) that the browser gives open/close behaviour for free.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a &lt;details&gt; box - a fold-away panel. class="setup" lets CSS style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&lt;summary&gt;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&lt;summary&gt;Personality&lt;/summary&gt;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always-visible label on a &lt;details&gt; box - the part you click.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else in the box hides behind it until you open it.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sits inside &lt;details&gt; the way &lt;h1&gt; sits inside &lt;header&gt; (week 1).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&lt;summary&gt; is the label you always see: 'Personality'. Click it to open the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&lt;textarea id="persona" rows="3"&gt;&lt;/textarea&gt;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 box for SEVERAL lines - unlike &lt;input&gt; (week 2), which is one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sets how tall it starts.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read what was typed with .value, exactly like an &lt;input&gt;.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The &lt;textarea&gt; is where you type your message.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&lt;textarea&gt; for a few lines of instruction. id="persona" lets the code read it; the text inside is the starting personality.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&lt;/details&gt; box.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margin-bottom: 12px;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BELOW the box, pushing whatever comes next further down.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one side of margin (week 1), which spaced all four sides at once.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margin-bottom: 12px leaves a 12-pixel gap under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margin-bottom spaces a bubble from the next.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whole panel: a gap below it, and slightly smaller text.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font-weight: bold;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heavy the text is - bold stands out, normal is regular.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cousin of font-size and font-family (week 1): all three shape the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bold makes the label read like a button you can press.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82471" y="2117384"/>
            <a:ext cx="1502542" cy="266273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font-weight makes text bold, like the title.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clickable label: a hand pointer, a blue colour, and bold so it reads as a button.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.setup textarea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a rule for the text box inside the panel.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width: 100%;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wide the box actually is.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max-width (week 1) was only a LIMIT; width sets the real size.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100% means as wide as whatever box holds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806854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16198" y="1603857"/>
            <a:ext cx="5325465" cy="399409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width sets how wide the app column 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width: 100%;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it as wide as the panel.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margin-top: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space above it, under the label.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9px;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so the text is not jammed against the edge.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rounded corners.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inherit;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 the same font as the rest of the page, not the browser default.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the text size.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&lt;textarea&gt;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single click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Typing several lines of text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short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Showing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 &lt;textarea&gt;  for?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single click button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Typing several lines of text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One short line only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Showing an image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textarea is a big multi-line typing box.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&lt;details&gt; with &lt;summary&gt;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password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section you can open and close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table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&lt;details&gt; with &lt;summary&gt; makes...?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dropdown menu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password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section you can open and close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table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details/summary is a collapsible section; summary is its visible label.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font-weight: 700;  makes text...?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italic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new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font-weight: 700;  makes text...?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bold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italic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bigger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 new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Higher font-weight means bolder text.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try/catch let your app do? (from week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Run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Skip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Keep running instead of crashing on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Reload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does try/catch let your app do? (from week 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Run faster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Skip fetch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Keep running instead of crashing on an error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Reload the page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catch handles the error so the whole app doesn't fall over.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Personality box too, so the code can read what is typed in it.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'system' message FIRST - the standing instruction the model reads before every reply. Its content is whatever is typed in the Personality box.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has a personality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Open Personality, change the instruction (try 'You are a grumpy pirate. Answer in under 20 words.'), and ask the same question twice. The whole attitude of the answer should change - same question, different companion. On the school network the reply is live; here you see the interface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