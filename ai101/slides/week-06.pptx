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Giving it a personality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companions.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changed except one instruction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instruction is where a chatbot's character lives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system - the note it reads before every reply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Vague does nothing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"Be helpful" - no visible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"Under 40 words, one example, no jargon" - obvious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Say exactly what you want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Behaviour became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personality is in a textarea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it without touching code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idea shows up everywhere in software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&lt;details&gt;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&lt;details&gt; ... &lt;/details&gt;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that folds open and shut - hidden until you click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Perfect for optional settings you do not always want on screen.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&lt;div&gt; (week 1) that the browser gives open/close behaviour for free.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 a &lt;details&gt; box - a fold-away panel. class="setup" lets CSS style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&lt;summary&gt;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&lt;summary&gt;Personality&lt;/summary&gt;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always-visible label on a &lt;details&gt; box - the part you click.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else in the box hides behind it until you open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sits inside &lt;details&gt; the way &lt;h1&gt; sits inside &lt;header&gt; (week 1).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&lt;summary&gt;Personality&lt;/summary&gt;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&lt;summary&gt; is the label you always see: 'Personality'. Click it to open the box.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&lt;textarea&gt;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&lt;textarea id="persona" rows="3"&gt;&lt;/textarea&gt;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text box for SEVERAL lines - unlike &lt;input&gt; (week 2), which is one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rows sets how tall it starts.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read what was typed with .value, exactly like an &lt;input&gt;.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&lt;textarea&gt;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&lt;textarea&gt; is where you type your message.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&lt;textarea&gt; for a few lines of instruction. id="persona" lets the code read it; the text inside is the starting personality.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&lt;/details&gt; box.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margin-bottom: 12px;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BELOW the box, pushing whatever comes next further down.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one side of margin (week 1), which spaced all four sides at once.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margin-bottom: 12px leaves a 12-pixel gap under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margin-bottom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margin-bottom spaces a bubble from the next.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whole panel: a gap below it, and slightly smaller text.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font-weight: bold;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heavy the text is - bold stands out, normal is regular.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cousin of font-size and font-family (week 1): all three shape the text.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bold makes the label read like a button you can press.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font-weight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117384"/>
            <a:ext cx="1502542" cy="266273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font-weight makes text bold, like the title.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clickable label: a hand pointer, a blue colour, and bold so it reads as a button.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.setup textarea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a rule for the text box inside the panel.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width: 100%;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wide the box actually is.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max-width (week 1) was only a LIMIT; width sets the real size.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100% means as wide as whatever box holds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width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16198" y="1603857"/>
            <a:ext cx="5325465" cy="399409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width sets how wide the app column is.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width: 100%;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it as wide as the panel.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margin-top: 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little space above it, under the label.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9px;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so the text is not jammed against the edge.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rounded corners.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inherit;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Use the same font as the rest of the page, not the browser default.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 the text size.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const personaBox = document.getElementById('persona');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Personality box too, so the code can read what is typed in it.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system is not part of the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is the rules of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Re-sent with every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reads it first, every time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'system' message FIRST - the standing instruction the model reads before every reply. Its content is whatever is typed in the Personality box.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has a personality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Open Personality, change the instruction (try 'You are a grumpy pirate. Answer in under 20 words.'), and ask the same question twice. The whole attitude of the answer should change - same question, different companion. On the school network the reply is live; here you see the interface and the request in the console.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duel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 pairs, 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Write a secret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Swap. Ask three questions.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who it 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