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Giving it a personality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question. Two companions.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Why?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Nothing changed except one instruction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instruction is where a chatbot's character lives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Three roles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user - what you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assistant - what it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system - the note it reads before every reply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system is not part of the chat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is the rules of the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Re-sent with every request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model reads it first, every time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51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52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53  </a:t>
            </a:r>
            <a:r>
              <a:rPr sz="1400">
                <a:solidFill>
                  <a:srgbClr val="DCECEF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54  </a:t>
            </a:r>
            <a:r>
              <a:rPr sz="1400">
                <a:solidFill>
                  <a:srgbClr val="DCECEF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55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56  </a:t>
            </a:r>
            <a:r>
              <a:rPr sz="1400">
                <a:solidFill>
                  <a:srgbClr val="DCECEF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57  </a:t>
            </a:r>
            <a:r>
              <a:rPr sz="1400">
                <a:solidFill>
                  <a:srgbClr val="DCECEF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58  </a:t>
            </a:r>
            <a:r>
              <a:rPr sz="1400">
                <a:solidFill>
                  <a:srgbClr val="DCECEF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59  </a:t>
            </a:r>
            <a:r>
              <a:rPr sz="1400">
                <a:solidFill>
                  <a:srgbClr val="DCECEF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60  </a:t>
            </a:r>
            <a:r>
              <a:rPr sz="1400">
                <a:solidFill>
                  <a:srgbClr val="DCECEF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61  </a:t>
            </a:r>
            <a:r>
              <a:rPr sz="1400">
                <a:solidFill>
                  <a:srgbClr val="DCECEF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62  </a:t>
            </a:r>
            <a:r>
              <a:rPr sz="1400">
                <a:solidFill>
                  <a:srgbClr val="DCECEF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63  </a:t>
            </a:r>
            <a:r>
              <a:rPr sz="1400">
                <a:solidFill>
                  <a:srgbClr val="DCECEF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64  </a:t>
            </a:r>
            <a:r>
              <a:rPr sz="1400">
                <a:solidFill>
                  <a:srgbClr val="7FE0A0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65  </a:t>
            </a:r>
            <a:r>
              <a:rPr sz="1400">
                <a:solidFill>
                  <a:srgbClr val="7FE0A0"/>
                </a:solidFill>
                <a:latin typeface="Consolas"/>
              </a:rPr>
              <a:t>        { role: 'system', content: personaBox.value },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66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67  </a:t>
            </a:r>
            <a:r>
              <a:rPr sz="1400">
                <a:solidFill>
                  <a:srgbClr val="DCECEF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68  </a:t>
            </a:r>
            <a:r>
              <a:rPr sz="1400">
                <a:solidFill>
                  <a:srgbClr val="DCECEF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69  </a:t>
            </a:r>
            <a:r>
              <a:rPr sz="1400">
                <a:solidFill>
                  <a:srgbClr val="DCECEF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70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71  </a:t>
            </a:r>
            <a:r>
              <a:rPr sz="1400">
                <a:solidFill>
                  <a:srgbClr val="DCECEF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72  </a:t>
            </a:r>
            <a:r>
              <a:rPr sz="1400">
                <a:solidFill>
                  <a:srgbClr val="DCECEF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73  </a:t>
            </a:r>
            <a:r>
              <a:rPr sz="1400">
                <a:solidFill>
                  <a:srgbClr val="DCECEF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74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75  </a:t>
            </a:r>
            <a:r>
              <a:rPr sz="1400">
                <a:solidFill>
                  <a:srgbClr val="DCECEF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76  </a:t>
            </a:r>
            <a:r>
              <a:rPr sz="1400">
                <a:solidFill>
                  <a:srgbClr val="DCECEF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77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78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79  </a:t>
            </a:r>
            <a:r>
              <a:rPr sz="1400">
                <a:solidFill>
                  <a:srgbClr val="DCECEF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80  </a:t>
            </a:r>
            <a:r>
              <a:rPr sz="14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Vague does nothing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"Be helpful" - no visible change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"Under 40 words, one example, no jargon" - obvious change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Say exactly what you want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Behaviour became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personality is in a textarea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it without touching code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This idea shows up everywhere in software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index.html 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8  </a:t>
            </a:r>
            <a:r>
              <a:rPr sz="1700">
                <a:solidFill>
                  <a:srgbClr val="7FE0A0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9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&lt;summary&gt;Personality&lt;/summary&gt;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10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&lt;textarea id="persona" rows="3"&gt;You are a friendly, patient helper for a 13-year-old. Keep answers under 60 words. If you are not sure, say so.&lt;/textarea&gt;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11  </a:t>
            </a:r>
            <a:r>
              <a:rPr sz="1700">
                <a:solidFill>
                  <a:srgbClr val="7FE0A0"/>
                </a:solidFill>
                <a:latin typeface="Consolas"/>
              </a:rPr>
              <a:t>  &lt;/details&gt;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21  </a:t>
            </a:r>
            <a:r>
              <a:rPr sz="1700">
                <a:solidFill>
                  <a:srgbClr val="7FE0A0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22  </a:t>
            </a:r>
            <a:r>
              <a:rPr sz="1700">
                <a:solidFill>
                  <a:srgbClr val="7FE0A0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23  </a:t>
            </a:r>
            <a:r>
              <a:rPr sz="1700">
                <a:solidFill>
                  <a:srgbClr val="7FE0A0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24  </a:t>
            </a:r>
            <a:r>
              <a:rPr sz="1700">
                <a:solidFill>
                  <a:srgbClr val="7FE0A0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25  </a:t>
            </a:r>
            <a:r>
              <a:rPr sz="1700">
                <a:solidFill>
                  <a:srgbClr val="7FE0A0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26  </a:t>
            </a:r>
            <a:r>
              <a:rPr sz="1700">
                <a:solidFill>
                  <a:srgbClr val="7FE0A0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27  </a:t>
            </a:r>
            <a:r>
              <a:rPr sz="17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28  </a:t>
            </a:r>
            <a:r>
              <a:rPr sz="17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29  </a:t>
            </a:r>
            <a:r>
              <a:rPr sz="1700">
                <a:solidFill>
                  <a:srgbClr val="7FE0A0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30  </a:t>
            </a:r>
            <a:r>
              <a:rPr sz="1700">
                <a:solidFill>
                  <a:srgbClr val="7FE0A0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31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16  </a:t>
            </a:r>
            <a:r>
              <a:rPr sz="17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17  </a:t>
            </a:r>
            <a:r>
              <a:rPr sz="1700">
                <a:solidFill>
                  <a:srgbClr val="DCECEF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18  </a:t>
            </a:r>
            <a:r>
              <a:rPr sz="1700">
                <a:solidFill>
                  <a:srgbClr val="DCECEF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19  </a:t>
            </a:r>
            <a:r>
              <a:rPr sz="1700">
                <a:solidFill>
                  <a:srgbClr val="DCECEF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20  </a:t>
            </a:r>
            <a:r>
              <a:rPr sz="1700">
                <a:solidFill>
                  <a:srgbClr val="DCECEF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21  </a:t>
            </a:r>
            <a:r>
              <a:rPr sz="1700">
                <a:solidFill>
                  <a:srgbClr val="DCECEF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22  </a:t>
            </a:r>
            <a:r>
              <a:rPr sz="1700">
                <a:solidFill>
                  <a:srgbClr val="7FE0A0"/>
                </a:solidFill>
                <a:latin typeface="Consolas"/>
              </a:rPr>
              <a:t>const personaBox = document.getElementById('persona');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Prompt duel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In pairs, 10 minutes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Write a secret character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Swap. Ask three questions.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Guess who it 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