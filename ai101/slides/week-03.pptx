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30  </a:t>
            </a:r>
            <a:r>
              <a:rPr sz="14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31  </a:t>
            </a:r>
            <a:r>
              <a:rPr sz="1400">
                <a:solidFill>
                  <a:srgbClr val="7FE0A0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This address only works at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machine is in this building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home it will not connect - that is expected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the code is not throwaway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format as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 purpose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Got your own OpenAI key? Change AI_BASE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API_KEY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two model names in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else moves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key in a web page is public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Anyone who opens the page can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Fine for a class key: limited, no bill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fine for a personal paid 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Real apps keep the key on a server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