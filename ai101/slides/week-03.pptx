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What is an API?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key is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sk-class-your-name-xxxxxx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identifies you personally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people on one key = one shared speed limit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 not put it in anything you share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3: where the AI lives, and who you 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chunk says WHERE the AI is and WHO you 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key identifies YOU. Two people using one key share one speed limit.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key is your identity. Two people on one key share one speed limit.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// This address only works on the school network. To run this at home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address only works on the school network - at home you swap these two 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// This address only works on the school network. To run this at home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// change these two lines and the model names in index.html - nothing else.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const AI_BASE = 'https://ai.tail5091fc.ts.net';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school AI server's address, stored in a variable so you write it once.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// This address only works on the school network. To run this at home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// change these two lines and the model names in index.html - nothing else.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const AI_BASE = 'https://ai.tail5091fc.ts.net';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const API_KEY = 'sk-class-put-your-own-key-here';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key. It is a placeholder now - later you paste your own real one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3: where the AI lives, and who you are.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key identifies YOU. Two people using one key share one speed limit.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// This address only works on the school network. To run this at home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// change these two lines and the model names in index.html - nothing else.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const AI_BASE = 'https://ai.tail5091fc.ts.net';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const API_KEY = 'sk-class-put-your-own-key-here';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API is a front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never go in the kitchen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 in the way they expect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answer comes back in a shape you can rely 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request has two parts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address: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name badge: Authorization: Bearer YOUR_KEY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smallest useful request: what models does this server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smallest useful request - ask the server which models it has.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Marks a function that does something SLOW, like talking to a server.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lets you 'await' the slow part without freezing the page.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listModels()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function: it does something slow (talking to the server) and can be awaited.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Waits for a slow thing to finish and hands you the result.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Only works inside an async function.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JavaScript's built-in way to ask another computer for something over the network.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'/v1/models',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fetch(...) asks the server for the list at /v1/models and waits for the reply.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 'Authorization': 'Bearer ' + API_KEY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header proves who you are by sending your key as a Bearer token.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res.json()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reply arrives as text; .json() turns it into data your code can use.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Also slow, so it needs await.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data = await res.json();   // the answer arrives as text; this reads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reply is text; await res.json() turns it into data you can use.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console.log('The server offers:', data.data);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Prints the list of models to the console so you can see them.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Calls the function so it actually runs when the page loads.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internet is slow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await = wait here for the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await you carry on with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async marks a function that can be waited for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This address only works at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machine is in this building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home it will not connect - that is expected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the code is not throwaway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format as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 purpose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Got your own OpenAI key? Change AI_BASE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API_KEY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two model names in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else moves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key in a web page is public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Anyone who opens the page can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Fine for a class key: limited, no bill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 fine for a personal paid key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Real apps keep the key on a server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Status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200 - fine, here you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who you say you are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404 - no such thing here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Watch the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-&gt; GET /v1/models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&lt;- 200 in 84 ms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your request leaving and coming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