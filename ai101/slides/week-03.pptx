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What is an API?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key is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sk-class-your-name-xxxxxx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identifies you personally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people on one key = one shared speed limit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 not put it in anything you share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API is a front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never go in the kitchen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 in the way they expect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answer comes back in a shape you can rely 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request has two parts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address: /v1/models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name badge: Authorization: Bearer YOUR_KEY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internet is slow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await = wait here for the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await you carry on with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async marks a function that can be waited for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Status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200 - fine, here you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who you say you are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404 - no such thing here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the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-&gt; GET /v1/models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&lt;- 200 in 84 ms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your request leaving and coming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