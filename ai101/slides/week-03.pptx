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What is an API?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key is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sk-class-your-name-xxxxxx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identifies you personally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people on one key = one shared speed limit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 not put it in anything you share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7FE0A0"/>
                </a:solidFill>
                <a:latin typeface="Consolas"/>
              </a:rPr>
              <a:t>// The key identifies YOU. Two people using one key share one speed limit.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7FE0A0"/>
                </a:solidFill>
                <a:latin typeface="Consolas"/>
              </a:rPr>
              <a:t>// This address only works on the school network. To run this at home you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7FE0A0"/>
                </a:solidFill>
                <a:latin typeface="Consolas"/>
              </a:rPr>
              <a:t>// change these two lines and the model names in index.html - nothing else.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7FE0A0"/>
                </a:solidFill>
                <a:latin typeface="Consolas"/>
              </a:rPr>
              <a:t>const AI_BASE = 'https://ai.tail5091fc.ts.net';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const API_KEY = 'sk-class-put-your-own-key-here';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API is a front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never go in the kitchen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 in the way they expect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answer comes back in a shape you can rely 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request has two parts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address: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name badge: Authorization: Bearer YOUR_KEY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24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25  </a:t>
            </a:r>
            <a:r>
              <a:rPr sz="1400">
                <a:solidFill>
                  <a:srgbClr val="7FE0A0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26  </a:t>
            </a:r>
            <a:r>
              <a:rPr sz="1400">
                <a:solidFill>
                  <a:srgbClr val="7FE0A0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27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28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29  </a:t>
            </a:r>
            <a:r>
              <a:rPr sz="1400">
                <a:solidFill>
                  <a:srgbClr val="7FE0A0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30  </a:t>
            </a:r>
            <a:r>
              <a:rPr sz="14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31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32  </a:t>
            </a:r>
            <a:r>
              <a:rPr sz="1400">
                <a:solidFill>
                  <a:srgbClr val="7FE0A0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33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34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listModels();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internet is slow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await = wait here for the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await you carry on with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async marks a function that can be waited for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This address only works at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machine is in this building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home it will not connect - that is expected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But the code is not throwaway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format as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 purpose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Got your own OpenAI key? Change AI_BASE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API_KEY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two model names in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else moves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key in a web page is public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Anyone who opens the page can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Fine for a class key: limited, no bill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 fine for a personal paid key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Real apps keep the key on a server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Status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200 - fine, here you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who you say you are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404 - no such thing here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the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-&gt; GET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&lt;- 200 in 84 ms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your request leaving and coming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