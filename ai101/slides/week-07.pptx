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.push adds a message to the chat log.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4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.push adds one item onto the end of an array.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Sending the whole history is how the AI 'remembers' the conversation.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...spread tips every item of history into a new array, then adds msg.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textarea is the multi-line typing box.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className styles a bubble as user or AI.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white-space keeps the line breaks in a message.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margin-left: auto pushes YOUR bubble to the right.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the AI's bubble.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your message bubble.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flex-direction: column stacks messages top to bottom.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height sets how tall the chat log is.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overflow-y adds a scrollbar when messages fill the log.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