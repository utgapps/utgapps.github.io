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Memory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Tell it your name. Then ask.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It has no idea.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Try it right now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Why?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It is not forgetting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It never knew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 request is a stranger reading a note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server stores nothing between messages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So YOU have to keep the conversation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How would you store 100 messages?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Game.messageA, Game.messageB, Game.messageC...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what PixelPad made you do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never let you have a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There is a better way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Your first array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const history = []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name, any number of things inside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push adds to the end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Each item is { role, content 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7: the model remembers NOTHING. Every request starts from zero.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// So we keep the conversation ourselves and send all of it, every time.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7FE0A0"/>
                </a:solidFill>
                <a:latin typeface="Consolas"/>
              </a:rPr>
              <a:t>const history = [];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 an empty array - a list - called history. The [] means 'a list', empty for now. Every message will be remembered in here.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Push BOTH sides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history.push user - what you said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history.push assistant - what it said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Miss the second and it hears half a conversation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90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91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92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93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94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95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96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97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  addLine('You', text);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90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91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92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93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94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95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96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97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  addLine('Companion', 'thinking...');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90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91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92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93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94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95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96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97  </a:t>
            </a:r>
            <a:r>
              <a:rPr sz="1800">
                <a:solidFill>
                  <a:srgbClr val="7FE0A0"/>
                </a:solidFill>
                <a:latin typeface="Consolas"/>
              </a:rPr>
              <a:t>  addLine('you', text);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Show your message as a 'you' bubble.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.push()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history.push({ role: 'user', content: text });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Adds one item to the END of a list (an array, week 4).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Like dropping a card on top of a pile - the list gets one longer.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history.push(...) is how the conversation remembers each new message.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90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91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92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93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94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95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96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97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98  </a:t>
            </a:r>
            <a:r>
              <a:rPr sz="1800">
                <a:solidFill>
                  <a:srgbClr val="7FE0A0"/>
                </a:solidFill>
                <a:latin typeface="Consolas"/>
              </a:rPr>
              <a:t>  history.push({ role: 'user', content: text 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Remember it: push your line onto history as a 'user' message.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90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91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92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93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94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95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96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97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98  </a:t>
            </a:r>
            <a:r>
              <a:rPr sz="18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99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waiting = addLine('bot', 'thinking...');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a 'thinking...' bubble and KEEP it in waiting, so we can take it away when the reply lands.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const reply = await askAI(text);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chat.lastChild.remove();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addLine('Companion', reply);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reply = await askAI();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Ask the AI. Notice askAI() takes nothing now - it reads the whole history itself.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7FE0A0"/>
                </a:solidFill>
                <a:latin typeface="Consolas"/>
              </a:rPr>
              <a:t>    waiting.remove();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Take the 'thinking...' bubble away.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addLine('bot', reply);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Show the real reply as a 'bot' bubble.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addLine('bot',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7FE0A0"/>
                </a:solidFill>
                <a:latin typeface="Consolas"/>
              </a:rPr>
              <a:t>    history.push({ role: 'assistant', content: reply });   // it said this too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Remember the reply too, as an 'assistant' message - so next time the AI can see what it already said.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addLine('bot',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chat.lastChild.remove();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addLine('bot',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// 'Failed to fetch' means the request never arrived anywhere at all.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addLine('bot',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// It is the commonest real failure and the least useful wording there 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addLine('bot',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addLine('Problem', problem.message === 'Failed to fetch'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addLine('bot',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7FE0A0"/>
                </a:solidFill>
                <a:latin typeface="Consolas"/>
              </a:rPr>
              <a:t>    waiting.remove();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If it failed, still take the 'thinking...' bubble away.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addLine('bot',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addLine('problem', problem.message === 'Failed to fetch'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Show the problem as a 'problem' bubble (the friendly-message choice carries on over the next two lines).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7FE0A0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7FE0A0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7FE0A0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7FE0A0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7FE0A0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7FE0A0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7FE0A0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7FE0A0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addLine('bot',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7FE0A0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7FE0A0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7FE0A0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addLine('problem', problem.message === 'Failed to fetch'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7FE0A0"/>
                </a:solidFill>
                <a:latin typeface="Consolas"/>
              </a:rPr>
              <a:t>      ? 'Could not reach the AI. Are you on the school network?'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7FE0A0"/>
                </a:solidFill>
                <a:latin typeface="Consolas"/>
              </a:rPr>
              <a:t>      : problem.message);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110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111  </a:t>
            </a:r>
            <a:r>
              <a:rPr sz="13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Tip them all 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messages: [ system, ...history 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... means spread every item into the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Oldest first, newest last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62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async function askAI(question)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62  </a:t>
            </a:r>
            <a:r>
              <a:rPr sz="1800">
                <a:solidFill>
                  <a:srgbClr val="7FE0A0"/>
                </a:solidFill>
                <a:latin typeface="Consolas"/>
              </a:rPr>
              <a:t>async function askAI()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Change the signature: askAI() takes nothing now. It will read the whole conversation from history instead of one question.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74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    { role: 'user', content: question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... (spread)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messages: [ system, ...history 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Tips every item of a list into where you write it.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...history drops ALL past messages into the messages array, in order.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saves a loop: one line unpacks the whole history.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75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...history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Spread the whole history into the messages list: ... tips every past message in, oldest first, after the system instruction.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7FE0A0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7FE0A0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7FE0A0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7FE0A0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7FE0A0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7FE0A0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7FE0A0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7FE0A0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7FE0A0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7FE0A0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...history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76  </a:t>
            </a:r>
            <a:r>
              <a:rPr sz="1300">
                <a:solidFill>
                  <a:srgbClr val="7FE0A0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77  </a:t>
            </a:r>
            <a:r>
              <a:rPr sz="1300">
                <a:solidFill>
                  <a:srgbClr val="7FE0A0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7FE0A0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7FE0A0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7FE0A0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7FE0A0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7FE0A0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data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data.choices[0].message.content;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Now make it look like a chat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Bubbles instead of lines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addLine builds a styled div now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Your messages go right, its go left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chat box needs a height before it can scroll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// Put one line of text into the chat box.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  const line = document.createElement('p');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  line.textContent = who + ': ' + text;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  chat.appendChild(line);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bubble = document.createElement('div');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 a new empty &lt;div&gt; in memory - this will be one chat bubble.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.className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bubble.className = 'bubble ' + who;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Sets an element's class from code - the same class= you write in HTML (week 1).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how CSS knows which style to give it.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'bubble ' + who gives each message its speaker's look.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bubble = document.createElement('div');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7FE0A0"/>
                </a:solidFill>
                <a:latin typeface="Consolas"/>
              </a:rPr>
              <a:t>  bubble.className = 'bubble ' + who;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Give it two classes: 'bubble' plus who ('you' / 'bot' / 'problem'), so CSS styles it by speaker.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bubble = document.createElement('div');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  bubble.className = 'bubble ' + who;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7FE0A0"/>
                </a:solidFill>
                <a:latin typeface="Consolas"/>
              </a:rPr>
              <a:t>  bubble.textContent = text;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Put the message text inside it.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bubble = document.createElement('div');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  bubble.className = 'bubble ' + who;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6D8C97"/>
                </a:solidFill>
                <a:latin typeface="Consolas"/>
              </a:rPr>
              <a:t>  bubble.textContent = text;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7FE0A0"/>
                </a:solidFill>
                <a:latin typeface="Consolas"/>
              </a:rPr>
              <a:t>  chat.appendChild(bubble);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the bubble to the chat box on the page.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bubble = document.createElement('div');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  bubble.className = 'bubble ' + who;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6D8C97"/>
                </a:solidFill>
                <a:latin typeface="Consolas"/>
              </a:rPr>
              <a:t>  bubble.textContent = text;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 chat.appendChild(bubble);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7FE0A0"/>
                </a:solidFill>
                <a:latin typeface="Consolas"/>
              </a:rPr>
              <a:t>  chat.scrollTop = chat.scrollHeight;   // keep the newest message in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Scroll the chat to the bottom so the newest bubble is in view.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bubble = document.createElement('div');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  bubble.className = 'bubble ' + who;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6D8C97"/>
                </a:solidFill>
                <a:latin typeface="Consolas"/>
              </a:rPr>
              <a:t>  bubble.textContent = text;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 chat.appendChild(bubble);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  chat.scrollTop = chat.scrollHeight;   // keep the newest message in view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7FE0A0"/>
                </a:solidFill>
                <a:latin typeface="Consolas"/>
              </a:rPr>
              <a:t>  return bubble;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Hand the bubble back, so the caller can remove it later - that is how the 'thinking...' one disappears.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7FE0A0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7FE0A0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7FE0A0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bubble = document.createElement('div');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7FE0A0"/>
                </a:solidFill>
                <a:latin typeface="Consolas"/>
              </a:rPr>
              <a:t>  bubble.className = 'bubble ' + who;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7FE0A0"/>
                </a:solidFill>
                <a:latin typeface="Consolas"/>
              </a:rPr>
              <a:t>  bubble.textContent = text;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7FE0A0"/>
                </a:solidFill>
                <a:latin typeface="Consolas"/>
              </a:rPr>
              <a:t>  chat.appendChild(bubble);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7FE0A0"/>
                </a:solidFill>
                <a:latin typeface="Consolas"/>
              </a:rPr>
              <a:t>  chat.scrollTop = chat.scrollHeight;   // keep the newest message in view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bubble;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style.css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.chat p { margin: 0 0 10px; line-height: 1.5;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7FE0A0"/>
                </a:solidFill>
                <a:latin typeface="Consolas"/>
              </a:rPr>
              <a:t>.bubble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Start the style shared by every bubble.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7FE0A0"/>
                </a:solidFill>
                <a:latin typeface="Consolas"/>
              </a:rPr>
              <a:t>  max-width: 78%;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No bubble spans the full width - that leaves room to show who is speaking.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7FE0A0"/>
                </a:solidFill>
                <a:latin typeface="Consolas"/>
              </a:rPr>
              <a:t>  margin: 0 0 10px;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gap below each bubble so they do not touch.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7FE0A0"/>
                </a:solidFill>
                <a:latin typeface="Consolas"/>
              </a:rPr>
              <a:t>  padding: 10px 13px;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Space inside, so the text is not against the edge.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7FE0A0"/>
                </a:solidFill>
                <a:latin typeface="Consolas"/>
              </a:rPr>
              <a:t>  border-radius: 12px;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Round the corners into a speech-bubble shape.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7FE0A0"/>
                </a:solidFill>
                <a:latin typeface="Consolas"/>
              </a:rPr>
              <a:t>  line-height: 1.5;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Give lines of text room to breathe.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white-space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white-space: pre-wrap;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Keeps the line breaks in the text AND still wraps long lines.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Without it the browser squashes every run of spaces into one.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Matters once the AI's reply (week 4) has its own paragraphs.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7FE0A0"/>
                </a:solidFill>
                <a:latin typeface="Consolas"/>
              </a:rPr>
              <a:t>  white-space: pre-wrap;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Keep the line breaks the AI sends, and still wrap long lines.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shared rule.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43  </a:t>
            </a:r>
            <a:r>
              <a:rPr sz="1800">
                <a:solidFill>
                  <a:srgbClr val="7FE0A0"/>
                </a:solidFill>
                <a:latin typeface="Consolas"/>
              </a:rPr>
              <a:t>.bubble.you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Extra style for YOUR bubbles only (class bubble AND you).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margin-left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margin-left: auto;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Space on the LEFT of the box.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Set to auto it soaks up all the spare room and shoves the box RIGHT.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the trick that lines YOUR chat bubbles up on the right.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43  </a:t>
            </a:r>
            <a:r>
              <a:rPr sz="18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44  </a:t>
            </a:r>
            <a:r>
              <a:rPr sz="1800">
                <a:solidFill>
                  <a:srgbClr val="7FE0A0"/>
                </a:solidFill>
                <a:latin typeface="Consolas"/>
              </a:rPr>
              <a:t>  margin-left: auto;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auto on the left shoves your bubble over to the RIGHT.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#01aefd;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Your bubbles are blue.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#ffffff;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White text on the blue.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border-bottom-right-radius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border-bottom-right-radius: 3px;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Rounds just ONE corner.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border-radius (week 2) rounded all four; this picks a single one.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Squaring one corner points a bubble at whoever sent it.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border-bottom-right-radius: 3px;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Square off one corner so it points at you.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rule.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7FE0A0"/>
                </a:solidFill>
                <a:latin typeface="Consolas"/>
              </a:rPr>
              <a:t>.bubble.bot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Style for the AI's bubbles.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.bubble.bot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#f1f5f9;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light grey, so they sit on the left and read as 'them'.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border-bottom-left-radius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border-bottom-left-radius: 3px;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Rounds the OTHER bottom corner - the mirror of the right one.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AI's bubbles point left; yours point right.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Same idea as border-radius (week 2), aimed at one corner.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.bubble.bot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#f1f5f9;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border-bottom-left-radius: 3px;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Square off the other corner, pointing the other way.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.bubble.bot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#f1f5f9;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border-bottom-left-radius: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rule.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.bubble.bot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#f1f5f9;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border-bottom-left-radius: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7FE0A0"/>
                </a:solidFill>
                <a:latin typeface="Consolas"/>
              </a:rPr>
              <a:t>.bubble.problem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Style for error bubbles.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.bubble.bot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#f1f5f9;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border-bottom-left-radius: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.bubble.problem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#fff4e0;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soft warning yellow.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.bubble.bot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#f1f5f9;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border-bottom-left-radius: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.bubble.problem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#fff4e0;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#8a5a12;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Brown text to match.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.bubble.bot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#f1f5f9;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border-bottom-left-radius: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.bubble.problem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#fff4e0;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#8a5a12;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14px;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Slightly smaller - it is a note, not a message.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.bubble.bot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#f1f5f9;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border-bottom-left-radius: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.bubble.problem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#fff4e0;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#8a5a12;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rule.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7FE0A0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7FE0A0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7FE0A0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7FE0A0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7FE0A0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7FE0A0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7FE0A0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7FE0A0"/>
                </a:solidFill>
                <a:latin typeface="Consolas"/>
              </a:rPr>
              <a:t>.bubble.bot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#f1f5f9;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border-bottom-left-radius: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7FE0A0"/>
                </a:solidFill>
                <a:latin typeface="Consolas"/>
              </a:rPr>
              <a:t>.bubble.problem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#fff4e0;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#8a5a12;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style.css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  min-height: 260px;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7FE0A0"/>
                </a:solidFill>
                <a:latin typeface="Consolas"/>
              </a:rPr>
              <a:t>  display: flex;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Lay the chat out as a flex box, so we can control how its bubbles stack.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flex-direction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flex-direction: column;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Stacks a flex box's children top-to-bottom instead of side-by-side.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display: flex (week 2) made a ROW; this turns that row into a column.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chat needs its messages stacked, newest at the bottom.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7FE0A0"/>
                </a:solidFill>
                <a:latin typeface="Consolas"/>
              </a:rPr>
              <a:t>  flex-direction: column;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Stack them top-to-bottom instead of side-by-side.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height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height: 340px;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fixed height for the box, in px - the partner of width (week 6).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box with no set height just grows to fit whatever is inside.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Fixing the chat's height is what lets it scroll instead of stretching.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flex-direction: column;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height: 340px;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Give the chat a fixed height so it does not grow forever.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overflow-y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overflow-y: auto;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When the content is taller than the box, add a scrollbar instead of spilling.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only works because the box has a fixed height (above).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This is what makes the chat scroll as messages pile up.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flex-direction: column;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height: 340px;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overflow-y: auto;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When the messages get taller than that, add a scrollbar.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7FE0A0"/>
                </a:solidFill>
                <a:latin typeface="Consolas"/>
              </a:rPr>
              <a:t>  flex-direction: column;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height: 340px;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overflow-y: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it remembers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Run. Tell it your name, then ask 'what is my name?'. It should remember - because you now send the WHOLE conversation, not just your last line. Watch the console: the request carries every message.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One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This list grows forever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What happens after 200 messages?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Next week.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