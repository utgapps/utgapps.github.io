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7FE0A0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97  </a:t>
            </a:r>
            <a:r>
              <a:rPr sz="17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98  </a:t>
            </a:r>
            <a:r>
              <a:rPr sz="17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addLine('problem',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100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101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81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DCECEF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51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52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53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54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55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56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DCECEF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DCECEF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border: 1px solid #dbe3ec;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