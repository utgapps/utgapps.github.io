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Memory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Tell it your name. Then ask.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has no idea.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 it right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is not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never knew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 request is a stranger reading a note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stores nothing between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YOU have to keep the conversation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would you store 100 messages?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Game.messageA, Game.messageB, Game.messageC...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what PixelPad made you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let you have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There is a better way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first array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const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name, any number of things inside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push adds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item is { role, content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7: the model remembers NOTHING. Every request starts from zero.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// So we keep the conversation ourselves and send all of it, every time.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const history = [];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an empty array - a list - called history. The [] means 'a list', empty for now. Every message will be remembered in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Push BOTH sides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Miss the second and it hears half a conversation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your message as a 'you' bubble.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history.push({ role: 'user', content: text });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Adds one item to the END of a list (an array, week 4).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dropping a card on top of a pile - the list gets one longer.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history.push(...) is how the conversation remembers each new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.push()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Each .push adds a message to the chat log.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it: push your line onto history as a 'user' message.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94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95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96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98  </a:t>
            </a:r>
            <a:r>
              <a:rPr sz="18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99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'thinking...' bubble and KEEP it in waiting, so we can take it away when the reply lands.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const reply = await askAI(text);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Ask the AI. Notice askAI() takes nothing now - it reads the whole history itself.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'thinking...' bubble away.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as a 'bot' bubble.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Remember the reply too, as an 'assistant' message - so next time the AI can see what it already said.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chat.lastChild.remove();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'Failed to fetch' means the request never arrived anywhere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// It is the commonest real failure and the least useful wording there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it failed, still take the 'thinking...' bubble away.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6D8C97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6D8C97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6D8C97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6D8C97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6D8C97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6D8C97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problem as a 'problem' bubble (the friendly-message choice carries on over the next two lines).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  history.push({ role: 'user', content: text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waiting = addLine('bot',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100  </a:t>
            </a:r>
            <a:r>
              <a:rPr sz="13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101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reply = await askAI();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102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103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addLine('bot',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104  </a:t>
            </a:r>
            <a:r>
              <a:rPr sz="1300">
                <a:solidFill>
                  <a:srgbClr val="7FE0A0"/>
                </a:solidFill>
                <a:latin typeface="Consolas"/>
              </a:rPr>
              <a:t>    history.push({ role: 'assistant', content: reply });   // it said this too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105  </a:t>
            </a:r>
            <a:r>
              <a:rPr sz="1300">
                <a:solidFill>
                  <a:srgbClr val="7FE0A0"/>
                </a:solidFill>
                <a:latin typeface="Consolas"/>
              </a:rPr>
              <a:t>  } catch (problem)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106  </a:t>
            </a:r>
            <a:r>
              <a:rPr sz="1300">
                <a:solidFill>
                  <a:srgbClr val="7FE0A0"/>
                </a:solidFill>
                <a:latin typeface="Consolas"/>
              </a:rPr>
              <a:t>    waiting.remove();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107  </a:t>
            </a:r>
            <a:r>
              <a:rPr sz="1300">
                <a:solidFill>
                  <a:srgbClr val="7FE0A0"/>
                </a:solidFill>
                <a:latin typeface="Consolas"/>
              </a:rPr>
              <a:t>    addLine('problem', problem.message === 'Failed to fetch'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108  </a:t>
            </a:r>
            <a:r>
              <a:rPr sz="1300">
                <a:solidFill>
                  <a:srgbClr val="7FE0A0"/>
                </a:solidFill>
                <a:latin typeface="Consolas"/>
              </a:rPr>
              <a:t>      ? 'Could not reach the AI. Are you on the school network?'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109  </a:t>
            </a:r>
            <a:r>
              <a:rPr sz="1300">
                <a:solidFill>
                  <a:srgbClr val="7FE0A0"/>
                </a:solidFill>
                <a:latin typeface="Consolas"/>
              </a:rPr>
              <a:t>      : problem.message);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110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111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history.push(msg)  does what to the list?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Removes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Adds msg to the end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Empties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Sorts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.push adds one item onto the end of an array.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keep a  history  array?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So the AI remembers past messages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style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speed up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hide old messages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Sending the whole history is how the AI 'remembers' the conversation.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[...history, msg] 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an empty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just msg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new list of all old items plus msg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the first item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...spread tips every item of history into a new array, then adds msg.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&lt;textarea&gt; lets you type...? (from week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one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numbers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nothing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multiple lines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textarea is the multi-line typing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Tip them all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 means spread every item into the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Oldest first, newest last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signature: askAI() takes nothing now. It will read the whole conversation from history instead of one question.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... (spread)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messages: [ system, ...history 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Tips every item of a list into where you write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...history drops ALL past messages into the messages array, in order.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saves a loop: one line unpacks the whole history.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Spread the whole history into the messages list: ... tips every past message in, oldest first, after the system instruction.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76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77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78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80  </a:t>
            </a:r>
            <a:r>
              <a:rPr sz="1300">
                <a:solidFill>
                  <a:srgbClr val="7FE0A0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81  </a:t>
            </a:r>
            <a:r>
              <a:rPr sz="1300">
                <a:solidFill>
                  <a:srgbClr val="7FE0A0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82  </a:t>
            </a:r>
            <a:r>
              <a:rPr sz="1300">
                <a:solidFill>
                  <a:srgbClr val="7FE0A0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83  </a:t>
            </a:r>
            <a:r>
              <a:rPr sz="1300">
                <a:solidFill>
                  <a:srgbClr val="7FE0A0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look like a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Bubbles instead of lines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addLine builds a styled div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messages go right, its go left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box needs a height before it can scroll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new empty &lt;div&gt; in memory - this will be one chat bubble.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bubble.className = 'bubble ' + who;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an element's class from code - the same class= you write in HTML (week 1).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how CSS knows which style to give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'bubble ' + who gives each message its speaker's look.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.className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className styles a bubble as user or AI.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two classes: 'bubble' plus who ('you' / 'bot' / 'problem'), so CSS styles it by speaker.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7FE0A0"/>
                </a:solidFill>
                <a:latin typeface="Consolas"/>
              </a:rPr>
              <a:t>  bubble.textContent =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 the message text inside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chat.appendChild(bubble);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bubble to the chat box on the page.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Scroll the chat to the bottom so the newest bubble is in view.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31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32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33  </a:t>
            </a:r>
            <a:r>
              <a:rPr sz="1800">
                <a:solidFill>
                  <a:srgbClr val="6D8C97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return bubble;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Hand the bubble back, so the caller can remove it later - that is how the 'thinking...' one disappears.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// Put one message into the chat box as a bubble.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// 'who' is 'you', 'bot' or 'problem' - it picks the style.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bubble = document.createElement('div');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bubble.className = 'bubble ' + who;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bubble.textContent = text;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chat.appendChild(bubble);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chat.scrollTop = chat.scrollHeight;   // keep the newest message in view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bubble;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.chat p { margin: 0 0 10px; line-height: 1.5;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.bubble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the style shared by every bubble.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78%;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bubble spans the full width - that leaves room to show who is speaking.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0 10px;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gap below each bubble so they do not touch.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10px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inside, so the text is not against the edge.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 the corners into a speech-bubble shape.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line-height: 1.5;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lines of text room to breathe.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white-space: pre-wrap;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the line breaks in the text AND still wraps long lines.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it the browser squashes every run of spaces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Matters once the AI's reply (week 4) has its own paragraphs.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white-space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white-space keeps the line breaks in a message.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white-space: pre-wrap;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 the line breaks the AI sends, and still wrap long lines.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shared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.bubble.you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Extra style for YOUR bubbles only (class bubble AND you).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margin-left: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on the LEFT of the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 to auto it soaks up all the spare room and shoves the box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the trick that lines YOUR chat bubbles up on the right.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margin-left: auto pushes YOUR bubble to the right.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margin-left: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auto on the left shoves your bubble over to the RIGHT.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Your bubbles are blue.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border-bottom-right-radius: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just ONE corner.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border-radius (week 2) rounded all four; this picks a single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Squaring one corner points a bubble at whoever sent it.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border-bottom-right-radius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the AI's bubble.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one corner so it points at you.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the AI's bubbles.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light grey, so they sit on the left and read as 'them'.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border-bottom-left-radius: 3px;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OTHER bottom corner - the mirror of the right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AI's bubbles point left; yours point right.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 as border-radius (week 2), aimed at one corner.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border-bottom-left-radius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46384" y="3144438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Rounds one corner of your message bubble.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Square off the other corner, pointing the other way.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for error bubbles.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soft warning yellow.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Brown text to match.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smaller - it is a note, not a message.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.bubble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78%;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0 10px;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10px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line-height: 1.5;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white-space: pre-wrap;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.bubble.you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margin-left: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border-bottom-right-radius: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.bubble.bot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#f1f5f9;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border-bottom-left-radius: 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.bubble.problem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#fff4e0;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#8a5a12;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style.css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display: flex;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chat out as a flex box, so we can control how its bubbles stack.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flex-direction: column;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Stacks a flex box's children top-to-bottom instead of side-by-side.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display: flex (week 2) made a ROW; this turns that row into a column.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needs its messages stacked, newest at the bottom.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flex-direction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flex-direction: column stacks messages top to bottom.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flex-direction: column;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Stack them top-to-bottom instead of side-by-side.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height: 340px;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fixed height for the box, in px - the partner of width (week 6).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with no set height just grows to fit whatever is inside.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Fixing the chat's height is what lets it scroll instead of stretching.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height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height sets how tall the chat log is.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the chat a fixed height so it does not grow forever.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overflow-y: auto;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When the content is taller than the box, add a scrollbar instead of spilling.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only works because the box has a fixed height (above).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what makes the chat scroll as messages pile up.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overflow-y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overflow-y adds a scrollbar when messages fill the log.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messages get taller than that, add a scrollbar.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flex-direction: column;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height: 340px;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overflow-y: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remembers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Tell it your name, then ask 'what is my name?'. It should remember - because you now send the WHOLE conversation, not just your last line. Watch the console: the request carries every message.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This list grows forever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happens after 200 messages?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