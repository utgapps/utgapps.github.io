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an array (a list).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remembers one more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 in order.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bubble style to use.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white-space: pre-wrap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you were sent,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margin-left: auto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left. Set to auto it shoves the box to the RIGHT.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 - used to point a bubble at its speaker.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one corner the other way, for the other speaker.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flex-direction: column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overflow-y: auto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If the content is taller than the box, add a scrollbar instead of spilling out.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