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an empty array - a list - called history. The [] means 'a list', empty for now. Every message will be remembered in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your message as a 'you' bubble.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history.push({ role: 'user', content: text });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one item to the END of a list (an array, week 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dropping a card on top of a pile - the list gets one longer.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history.push(...) is how the conversation remembers each new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it: push your line onto history as a 'user' message.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99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'thinking...' bubble and KEEP it in waiting, so we can take it away when the reply lands.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AI. Notice askAI() takes nothing now - it reads the whole history itself.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bubble away.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as a 'bot' bubble.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the reply too, as an 'assistant' message - so next time the AI can see what it already said.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'Failed to fetch' means the request never arrived anywhere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It is the commonest real failure and the least useful wording there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still take the 'thinking...' bubble away.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problem as a 'problem' bubble (the friendly-message choice carries on over the next two lines).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signature: askAI() takes nothing now. It will read the whole conversation from history instead of one question.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... (spread)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Tips every item of a list into where you write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...history drops ALL past messages into the messages array, in order.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saves a loop: one line unpacks the whole history.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Spread the whole history into the messages list: ... tips every past message in, oldest first, after the system instruction.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new empty &lt;div&gt; in memory - this will be one chat bubble.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bubble.className = 'bubble ' + who;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an element's class from code - the same class= you write in HTML (week 1).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how CSS knows which style to give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'bubble ' + who gives each message its speaker's look.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two classes: 'bubble' plus who ('you' / 'bot' / 'problem'), so CSS styles it by speaker.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bubble.textContent =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message text inside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chat.appendChild(bubble);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bubble to the chat box on the page.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Scroll the chat to the bottom so the newest bubble is in view.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bubble;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the bubble back, so the caller can remove it later - that is how the 'thinking...' one disappears.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.bubble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the style shared by every bubble.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78%;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bubble spans the full width - that leaves room to show who is speaking.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each bubble so they do not touch.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10px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inside, so the text is not against the edge.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 the corners into a speech-bubble shape.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line-height: 1.5;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lines of text room to breathe.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white-space: pre-wrap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white-space: pre-wrap;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line breaks in the text AND still wraps long lines.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browser squashes every run of spaces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Matters once the AI's reply (week 4) has its own paragraphs.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white-space: pre-wrap;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the line breaks the AI sends, and still wrap long lines.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shared rule.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.bubble.you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Extra style for YOUR bubbles only (class bubble AND you).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margin-left: auto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margin-left: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on the LEFT of the box.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 to auto it soaks up all the spare room and shoves the box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the trick that lines YOUR chat bubbles up on the right.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margin-left: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auto on the left shoves your bubble over to the RIGHT.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bubbles are blue.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border-bottom-right-radius: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just ONE corner.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border-radius (week 2) rounded all four; this picks a single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Squaring one corner points a bubble at whoever sent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one corner so it points at you.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the AI's bubbles.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light grey, so they sit on the left and read as 'them'.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border-bottom-left-radius: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OTHER bottom corner - the mirror of the right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AI's bubbles point left; yours point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 as border-radius (week 2), aimed at one corner.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the other corner, pointing the other way.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error bubbles.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 yellow.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- it is a note, not a message.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chat out as a flex box, so we can control how its bubbles stack.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flex-direction: column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flex-direction: column;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Stacks a flex box's children top-to-bottom instead of side-by-side.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display: flex (week 2) made a ROW; this turns that row into a column.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needs its messages stacked, newest at the bottom.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flex-direction: column;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Stack them top-to-bottom instead of side-by-side.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height: 340px;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fixed height for the box, in px - the partner of width (week 6).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with no set height just grows to fit whatever is inside.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Fixing the chat's height is what lets it scroll instead of stretching.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the chat a fixed height so it does not grow forever.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overflow-y: auto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overflow-y: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When the content is taller than the box, add a scrollbar instead of spilling.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only works because the box has a fixed height (above).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what makes the chat scroll as messages pile up.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messages get taller than that, add a scrollbar.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remembers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Tell it your name, then ask 'what is my name?'. It should remember - because you now send the WHOLE conversation, not just your last line. Watch the console: the request carries every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