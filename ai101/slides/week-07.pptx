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106  </a:t>
            </a:r>
            <a:r>
              <a:rPr sz="17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107  </a:t>
            </a:r>
            <a:r>
              <a:rPr sz="1700">
                <a:solidFill>
                  <a:srgbClr val="7FE0A0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108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DCECEF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51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52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53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7  </a:t>
            </a:r>
            <a:r>
              <a:rPr sz="1400">
                <a:solidFill>
                  <a:srgbClr val="DCECEF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