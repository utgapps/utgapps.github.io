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Saving a 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Have a great chat. Press Run.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gone.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Where did it go?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was only ever a variable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shapes,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 memory: [{role:'user', content:'hi'}]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 text: "[{\"role\":\"user\"..."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information - one you can copy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already do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 - every week since week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how you send a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is just the way 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Anyone can paste anything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try/catch around parse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it is actually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Valid JSON is not the same as useful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history.length =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means you cannot replace the array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But you can empty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Break your partner's 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rubbish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half a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Survive everything and you win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