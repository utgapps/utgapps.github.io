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 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10  </a:t>
            </a:r>
            <a:r>
              <a:rPr sz="14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DCECEF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7FE0A0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7FE0A0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184  </a:t>
            </a:r>
            <a:r>
              <a:rPr sz="14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185  </a:t>
            </a:r>
            <a:r>
              <a:rPr sz="14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186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198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199  </a:t>
            </a:r>
            <a:r>
              <a:rPr sz="14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