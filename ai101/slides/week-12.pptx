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Saving a chat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Have a great chat. Press Run.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It is gone.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Where did it go?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was only ever a variable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Two shapes, one thing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In memory: [{role:'user', content:'hi'}]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As text: "[{\"role\":\"user\"..."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Same information - one you can copy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You already do this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JSON.stringify - every week since week 4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is how you send a request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JSON.parse is just the way back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index.html  (1 of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29  </a:t>
            </a:r>
            <a:r>
              <a:rPr sz="1700">
                <a:solidFill>
                  <a:srgbClr val="7FE0A0"/>
                </a:solidFill>
                <a:latin typeface="Consolas"/>
              </a:rPr>
              <a:t>  &lt;details class="setup"&gt;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30  </a:t>
            </a:r>
            <a:r>
              <a:rPr sz="1700">
                <a:solidFill>
                  <a:srgbClr val="7FE0A0"/>
                </a:solidFill>
                <a:latin typeface="Consolas"/>
              </a:rPr>
              <a:t>    &lt;summary&gt;Save or load this chat&lt;/summary&gt;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31  </a:t>
            </a:r>
            <a:r>
              <a:rPr sz="1700">
                <a:solidFill>
                  <a:srgbClr val="7FE0A0"/>
                </a:solidFill>
                <a:latin typeface="Consolas"/>
              </a:rPr>
              <a:t>    &lt;textarea id="transcript" rows="4" placeholder="Press Save to put your chat here, then copy it somewhere safe."&gt;&lt;/textarea&gt;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32  </a:t>
            </a:r>
            <a:r>
              <a:rPr sz="1700">
                <a:solidFill>
                  <a:srgbClr val="7FE0A0"/>
                </a:solidFill>
                <a:latin typeface="Consolas"/>
              </a:rPr>
              <a:t>    &lt;button id="save" type="button"&gt;Save&lt;/button&gt;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33  </a:t>
            </a:r>
            <a:r>
              <a:rPr sz="1700">
                <a:solidFill>
                  <a:srgbClr val="7FE0A0"/>
                </a:solidFill>
                <a:latin typeface="Consolas"/>
              </a:rPr>
              <a:t>    &lt;button id="load" type="button"&gt;Load&lt;/button&gt;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34  </a:t>
            </a:r>
            <a:r>
              <a:rPr sz="1700">
                <a:solidFill>
                  <a:srgbClr val="7FE0A0"/>
                </a:solidFill>
                <a:latin typeface="Consolas"/>
              </a:rPr>
              <a:t>  &lt;/details&gt;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(2 of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16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17  </a:t>
            </a:r>
            <a:r>
              <a:rPr sz="1400">
                <a:solidFill>
                  <a:srgbClr val="DCECEF"/>
                </a:solidFill>
                <a:latin typeface="Consolas"/>
              </a:rPr>
              <a:t>// Week 2: find the boxes we named in index.html.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18  </a:t>
            </a:r>
            <a:r>
              <a:rPr sz="1400">
                <a:solidFill>
                  <a:srgbClr val="DCECEF"/>
                </a:solidFill>
                <a:latin typeface="Consolas"/>
              </a:rPr>
              <a:t>// document.getElementById looks for the id= we wrote on each element.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19  </a:t>
            </a:r>
            <a:r>
              <a:rPr sz="1400">
                <a:solidFill>
                  <a:srgbClr val="DCECEF"/>
                </a:solidFill>
                <a:latin typeface="Consolas"/>
              </a:rPr>
              <a:t>const chat = document.getElementById('chat');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20  </a:t>
            </a:r>
            <a:r>
              <a:rPr sz="1400">
                <a:solidFill>
                  <a:srgbClr val="DCECEF"/>
                </a:solidFill>
                <a:latin typeface="Consolas"/>
              </a:rPr>
              <a:t>const composer = document.getElementById('composer');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21  </a:t>
            </a:r>
            <a:r>
              <a:rPr sz="1400">
                <a:solidFill>
                  <a:srgbClr val="DCECEF"/>
                </a:solidFill>
                <a:latin typeface="Consolas"/>
              </a:rPr>
              <a:t>const promptBox = document.getElementById('prompt');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22  </a:t>
            </a:r>
            <a:r>
              <a:rPr sz="1400">
                <a:solidFill>
                  <a:srgbClr val="DCECEF"/>
                </a:solidFill>
                <a:latin typeface="Consolas"/>
              </a:rPr>
              <a:t>const personaBox = document.getElementById('persona');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23  </a:t>
            </a:r>
            <a:r>
              <a:rPr sz="1400">
                <a:solidFill>
                  <a:srgbClr val="DCECEF"/>
                </a:solidFill>
                <a:latin typeface="Consolas"/>
              </a:rPr>
              <a:t>const modelBox = document.getElementById('model');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24  </a:t>
            </a:r>
            <a:r>
              <a:rPr sz="1400">
                <a:solidFill>
                  <a:srgbClr val="DCECEF"/>
                </a:solidFill>
                <a:latin typeface="Consolas"/>
              </a:rPr>
              <a:t>const tempBox = document.getElementById('temp');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25  </a:t>
            </a:r>
            <a:r>
              <a:rPr sz="1400">
                <a:solidFill>
                  <a:srgbClr val="DCECEF"/>
                </a:solidFill>
                <a:latin typeface="Consolas"/>
              </a:rPr>
              <a:t>const tempOut = document.getElementById('tempOut');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26  </a:t>
            </a:r>
            <a:r>
              <a:rPr sz="1400">
                <a:solidFill>
                  <a:srgbClr val="7FE0A0"/>
                </a:solidFill>
                <a:latin typeface="Consolas"/>
              </a:rPr>
              <a:t>const transcriptBox = document.getElementById('transcript');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27  </a:t>
            </a:r>
            <a:r>
              <a:rPr sz="1400">
                <a:solidFill>
                  <a:srgbClr val="7FE0A0"/>
                </a:solidFill>
                <a:latin typeface="Consolas"/>
              </a:rPr>
              <a:t>const saveButton = document.getElementById('save');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28  </a:t>
            </a:r>
            <a:r>
              <a:rPr sz="1400">
                <a:solidFill>
                  <a:srgbClr val="7FE0A0"/>
                </a:solidFill>
                <a:latin typeface="Consolas"/>
              </a:rPr>
              <a:t>const loadButton = document.getElementById('load');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Anyone can paste anything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try/catch around parse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Check it is actually a list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Valid JSON is not the same as useful data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(1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187  </a:t>
            </a:r>
            <a:r>
              <a:rPr sz="14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188  </a:t>
            </a:r>
            <a:r>
              <a:rPr sz="1400">
                <a:solidFill>
                  <a:srgbClr val="7FE0A0"/>
                </a:solidFill>
                <a:latin typeface="Consolas"/>
              </a:rPr>
              <a:t>// Week 12: your chat lives in a variable, so pressing Run loses it.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189  </a:t>
            </a:r>
            <a:r>
              <a:rPr sz="1400">
                <a:solidFill>
                  <a:srgbClr val="7FE0A0"/>
                </a:solidFill>
                <a:latin typeface="Consolas"/>
              </a:rPr>
              <a:t>// JSON.stringify turns the list into text; JSON.parse turns it back.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190  </a:t>
            </a:r>
            <a:r>
              <a:rPr sz="1400">
                <a:solidFill>
                  <a:srgbClr val="7FE0A0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191  </a:t>
            </a:r>
            <a:r>
              <a:rPr sz="1400">
                <a:solidFill>
                  <a:srgbClr val="7FE0A0"/>
                </a:solidFill>
                <a:latin typeface="Consolas"/>
              </a:rPr>
              <a:t>// Note: your project runs in a locked-down frame with no localStorage,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192  </a:t>
            </a:r>
            <a:r>
              <a:rPr sz="1400">
                <a:solidFill>
                  <a:srgbClr val="7FE0A0"/>
                </a:solidFill>
                <a:latin typeface="Consolas"/>
              </a:rPr>
              <a:t>// so we hand you the text and you keep it wherever you like.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193  </a:t>
            </a:r>
            <a:r>
              <a:rPr sz="1400">
                <a:solidFill>
                  <a:srgbClr val="7FE0A0"/>
                </a:solidFill>
                <a:latin typeface="Consolas"/>
              </a:rPr>
              <a:t>saveButton.addEventListener('click', function ()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194  </a:t>
            </a:r>
            <a:r>
              <a:rPr sz="1400">
                <a:solidFill>
                  <a:srgbClr val="7FE0A0"/>
                </a:solidFill>
                <a:latin typeface="Consolas"/>
              </a:rPr>
              <a:t>  transcriptBox.value = JSON.stringify(history, null, 2);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195  </a:t>
            </a:r>
            <a:r>
              <a:rPr sz="1400">
                <a:solidFill>
                  <a:srgbClr val="7FE0A0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196  </a:t>
            </a:r>
            <a:r>
              <a:rPr sz="14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197  </a:t>
            </a:r>
            <a:r>
              <a:rPr sz="1400">
                <a:solidFill>
                  <a:srgbClr val="7FE0A0"/>
                </a:solidFill>
                <a:latin typeface="Consolas"/>
              </a:rPr>
              <a:t>loadButton.addEventListener('click', function ()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198  </a:t>
            </a:r>
            <a:r>
              <a:rPr sz="1400">
                <a:solidFill>
                  <a:srgbClr val="7FE0A0"/>
                </a:solidFill>
                <a:latin typeface="Consolas"/>
              </a:rPr>
              <a:t>  let loaded;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199  </a:t>
            </a:r>
            <a:r>
              <a:rPr sz="1400">
                <a:solidFill>
                  <a:srgbClr val="7FE0A0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200  </a:t>
            </a:r>
            <a:r>
              <a:rPr sz="1400">
                <a:solidFill>
                  <a:srgbClr val="7FE0A0"/>
                </a:solidFill>
                <a:latin typeface="Consolas"/>
              </a:rPr>
              <a:t>    loaded = JSON.parse(transcriptBox.value);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201  </a:t>
            </a:r>
            <a:r>
              <a:rPr sz="1400">
                <a:solidFill>
                  <a:srgbClr val="7FE0A0"/>
                </a:solidFill>
                <a:latin typeface="Consolas"/>
              </a:rPr>
              <a:t>  } catch (problem) {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(2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202  </a:t>
            </a:r>
            <a:r>
              <a:rPr sz="1400">
                <a:solidFill>
                  <a:srgbClr val="7FE0A0"/>
                </a:solidFill>
                <a:latin typeface="Consolas"/>
              </a:rPr>
              <a:t>    addLine('problem', 'That does not look like a saved chat.');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203  </a:t>
            </a:r>
            <a:r>
              <a:rPr sz="1400">
                <a:solidFill>
                  <a:srgbClr val="7FE0A0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204  </a:t>
            </a:r>
            <a:r>
              <a:rPr sz="14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205  </a:t>
            </a:r>
            <a:r>
              <a:rPr sz="1400">
                <a:solidFill>
                  <a:srgbClr val="7FE0A0"/>
                </a:solidFill>
                <a:latin typeface="Consolas"/>
              </a:rPr>
              <a:t>  if (!Array.isArray(loaded))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206  </a:t>
            </a:r>
            <a:r>
              <a:rPr sz="1400">
                <a:solidFill>
                  <a:srgbClr val="7FE0A0"/>
                </a:solidFill>
                <a:latin typeface="Consolas"/>
              </a:rPr>
              <a:t>    addLine('problem', 'A saved chat should be a list of messages.');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207  </a:t>
            </a:r>
            <a:r>
              <a:rPr sz="1400">
                <a:solidFill>
                  <a:srgbClr val="7FE0A0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208  </a:t>
            </a:r>
            <a:r>
              <a:rPr sz="14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209  </a:t>
            </a:r>
            <a:r>
              <a:rPr sz="1400">
                <a:solidFill>
                  <a:srgbClr val="7FE0A0"/>
                </a:solidFill>
                <a:latin typeface="Consolas"/>
              </a:rPr>
              <a:t>  // A list is not enough - check what is IN it. Without this, [1,2,3] loads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210  </a:t>
            </a:r>
            <a:r>
              <a:rPr sz="1400">
                <a:solidFill>
                  <a:srgbClr val="7FE0A0"/>
                </a:solidFill>
                <a:latin typeface="Consolas"/>
              </a:rPr>
              <a:t>  // happily and then crashes later inside trimHistory, miles from the cause.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211  </a:t>
            </a:r>
            <a:r>
              <a:rPr sz="1400">
                <a:solidFill>
                  <a:srgbClr val="7FE0A0"/>
                </a:solidFill>
                <a:latin typeface="Consolas"/>
              </a:rPr>
              <a:t>  for (const message of loaded)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212  </a:t>
            </a:r>
            <a:r>
              <a:rPr sz="1400">
                <a:solidFill>
                  <a:srgbClr val="7FE0A0"/>
                </a:solidFill>
                <a:latin typeface="Consolas"/>
              </a:rPr>
              <a:t>    if (!message || typeof message.content !== 'string')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213  </a:t>
            </a:r>
            <a:r>
              <a:rPr sz="1400">
                <a:solidFill>
                  <a:srgbClr val="7FE0A0"/>
                </a:solidFill>
                <a:latin typeface="Consolas"/>
              </a:rPr>
              <a:t>      addLine('problem', 'That saved chat has something odd inside it.');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214  </a:t>
            </a:r>
            <a:r>
              <a:rPr sz="1400">
                <a:solidFill>
                  <a:srgbClr val="7FE0A0"/>
                </a:solidFill>
                <a:latin typeface="Consolas"/>
              </a:rPr>
              <a:t>      return;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215  </a:t>
            </a:r>
            <a:r>
              <a:rPr sz="14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216  </a:t>
            </a:r>
            <a:r>
              <a:rPr sz="1400">
                <a:solidFill>
                  <a:srgbClr val="7FE0A0"/>
                </a:solidFill>
                <a:latin typeface="Consolas"/>
              </a:rPr>
              <a:t>  }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(3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217  </a:t>
            </a:r>
            <a:r>
              <a:rPr sz="1700">
                <a:solidFill>
                  <a:srgbClr val="7FE0A0"/>
                </a:solidFill>
                <a:latin typeface="Consolas"/>
              </a:rPr>
              <a:t>  history.length = 0;      // empty the list without making a new one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218  </a:t>
            </a:r>
            <a:r>
              <a:rPr sz="1700">
                <a:solidFill>
                  <a:srgbClr val="7FE0A0"/>
                </a:solidFill>
                <a:latin typeface="Consolas"/>
              </a:rPr>
              <a:t>  chat.textContent = '';   // clear the screen too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219  </a:t>
            </a:r>
            <a:r>
              <a:rPr sz="1700">
                <a:solidFill>
                  <a:srgbClr val="7FE0A0"/>
                </a:solidFill>
                <a:latin typeface="Consolas"/>
              </a:rPr>
              <a:t>  for (const message of loaded) {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220  </a:t>
            </a:r>
            <a:r>
              <a:rPr sz="1700">
                <a:solidFill>
                  <a:srgbClr val="7FE0A0"/>
                </a:solidFill>
                <a:latin typeface="Consolas"/>
              </a:rPr>
              <a:t>    history.push(message);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221  </a:t>
            </a:r>
            <a:r>
              <a:rPr sz="1700">
                <a:solidFill>
                  <a:srgbClr val="7FE0A0"/>
                </a:solidFill>
                <a:latin typeface="Consolas"/>
              </a:rPr>
              <a:t>    addLine(message.role === 'user' ? 'you' : 'bot', message.content);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222  </a:t>
            </a:r>
            <a:r>
              <a:rPr sz="17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223  </a:t>
            </a:r>
            <a:r>
              <a:rPr sz="1700">
                <a:solidFill>
                  <a:srgbClr val="7FE0A0"/>
                </a:solidFill>
                <a:latin typeface="Consolas"/>
              </a:rPr>
              <a:t>});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history.length = 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not history = []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const means you cannot replace the array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But you can empty it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Break your partner's Load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In pairs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Paste rubbish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Paste half a chat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Paste a number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Survive everything and you win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