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Saving a chat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Have a great chat. Press Run.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gone.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Where did it go?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was only ever a variable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shapes, one 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 memory: [{role:'user', content:'hi'}]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 text: "[{\"role\":\"user\"..."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information - one you can copy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already do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JSON.stringify - every week since week 4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how you send a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JSON.parse is just the way 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29  </a:t>
            </a:r>
            <a:r>
              <a:rPr sz="17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30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&lt;summary&gt;Save or load this chat&lt;/summary&gt;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31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&lt;textarea id="transcript" rows="4" placeholder="Press Save to put your chat here, then copy it somewhere safe."&gt;&lt;/textarea&gt;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32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&lt;button id="save" type="button"&gt;Save&lt;/button&gt;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33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&lt;button id="load" type="button"&gt;Load&lt;/button&gt;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34  </a:t>
            </a:r>
            <a:r>
              <a:rPr sz="17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11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12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13  </a:t>
            </a:r>
            <a:r>
              <a:rPr sz="1400">
                <a:solidFill>
                  <a:srgbClr val="DCECEF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14  </a:t>
            </a:r>
            <a:r>
              <a:rPr sz="1400">
                <a:solidFill>
                  <a:srgbClr val="DCECEF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15  </a:t>
            </a:r>
            <a:r>
              <a:rPr sz="1400">
                <a:solidFill>
                  <a:srgbClr val="DCECEF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DCECEF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DCECEF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DCECEF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DCECEF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DCECEF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7FE0A0"/>
                </a:solidFill>
                <a:latin typeface="Consolas"/>
              </a:rPr>
              <a:t>const transcriptBox = document.getElementById('transcript');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22  </a:t>
            </a:r>
            <a:r>
              <a:rPr sz="1400">
                <a:solidFill>
                  <a:srgbClr val="7FE0A0"/>
                </a:solidFill>
                <a:latin typeface="Consolas"/>
              </a:rPr>
              <a:t>const saveButton = document.getElementById('save');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23  </a:t>
            </a:r>
            <a:r>
              <a:rPr sz="1400">
                <a:solidFill>
                  <a:srgbClr val="7FE0A0"/>
                </a:solidFill>
                <a:latin typeface="Consolas"/>
              </a:rPr>
              <a:t>const loadButton = document.getElementById('load');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Anyone can paste anything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try/catch around parse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Check it is actually a list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Valid JSON is not the same as useful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(1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174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175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12: your chat lives in a variable, so pressing Run loses it.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176  </a:t>
            </a:r>
            <a:r>
              <a:rPr sz="1400">
                <a:solidFill>
                  <a:srgbClr val="7FE0A0"/>
                </a:solidFill>
                <a:latin typeface="Consolas"/>
              </a:rPr>
              <a:t>// JSON.stringify turns the list into text; JSON.parse turns it back.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177  </a:t>
            </a:r>
            <a:r>
              <a:rPr sz="1400">
                <a:solidFill>
                  <a:srgbClr val="7FE0A0"/>
                </a:solidFill>
                <a:latin typeface="Consolas"/>
              </a:rPr>
              <a:t>//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178  </a:t>
            </a:r>
            <a:r>
              <a:rPr sz="1400">
                <a:solidFill>
                  <a:srgbClr val="7FE0A0"/>
                </a:solidFill>
                <a:latin typeface="Consolas"/>
              </a:rPr>
              <a:t>// Note: your project runs in a locked-down frame with no localStorage,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179  </a:t>
            </a:r>
            <a:r>
              <a:rPr sz="1400">
                <a:solidFill>
                  <a:srgbClr val="7FE0A0"/>
                </a:solidFill>
                <a:latin typeface="Consolas"/>
              </a:rPr>
              <a:t>// so we hand you the text and you keep it wherever you like.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180  </a:t>
            </a:r>
            <a:r>
              <a:rPr sz="1400">
                <a:solidFill>
                  <a:srgbClr val="7FE0A0"/>
                </a:solidFill>
                <a:latin typeface="Consolas"/>
              </a:rPr>
              <a:t>saveButton.addEventListener('click', function 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181  </a:t>
            </a:r>
            <a:r>
              <a:rPr sz="1400">
                <a:solidFill>
                  <a:srgbClr val="7FE0A0"/>
                </a:solidFill>
                <a:latin typeface="Consolas"/>
              </a:rPr>
              <a:t>  transcriptBox.value = JSON.stringify(history, null, 2);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182  </a:t>
            </a:r>
            <a:r>
              <a:rPr sz="1400">
                <a:solidFill>
                  <a:srgbClr val="7FE0A0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183  </a:t>
            </a:r>
            <a:r>
              <a:rPr sz="14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184  </a:t>
            </a:r>
            <a:r>
              <a:rPr sz="1400">
                <a:solidFill>
                  <a:srgbClr val="7FE0A0"/>
                </a:solidFill>
                <a:latin typeface="Consolas"/>
              </a:rPr>
              <a:t>loadButton.addEventListener('click', function 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185  </a:t>
            </a:r>
            <a:r>
              <a:rPr sz="1400">
                <a:solidFill>
                  <a:srgbClr val="7FE0A0"/>
                </a:solidFill>
                <a:latin typeface="Consolas"/>
              </a:rPr>
              <a:t>  let loaded;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186  </a:t>
            </a:r>
            <a:r>
              <a:rPr sz="1400">
                <a:solidFill>
                  <a:srgbClr val="7FE0A0"/>
                </a:solidFill>
                <a:latin typeface="Consolas"/>
              </a:rPr>
              <a:t>  try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187  </a:t>
            </a:r>
            <a:r>
              <a:rPr sz="1400">
                <a:solidFill>
                  <a:srgbClr val="7FE0A0"/>
                </a:solidFill>
                <a:latin typeface="Consolas"/>
              </a:rPr>
              <a:t>    loaded = JSON.parse(transcriptBox.value);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188  </a:t>
            </a:r>
            <a:r>
              <a:rPr sz="1400">
                <a:solidFill>
                  <a:srgbClr val="7FE0A0"/>
                </a:solidFill>
                <a:latin typeface="Consolas"/>
              </a:rPr>
              <a:t>  } catch (problem) {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189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addLine('problem', 'That does not look like a saved chat.');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190  </a:t>
            </a:r>
            <a:r>
              <a:rPr sz="14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191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192  </a:t>
            </a:r>
            <a:r>
              <a:rPr sz="1400">
                <a:solidFill>
                  <a:srgbClr val="7FE0A0"/>
                </a:solidFill>
                <a:latin typeface="Consolas"/>
              </a:rPr>
              <a:t>  if (!Array.isArray(loaded))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193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addLine('problem', 'A saved chat should be a list of messages.');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194  </a:t>
            </a:r>
            <a:r>
              <a:rPr sz="1400">
                <a:solidFill>
                  <a:srgbClr val="7FE0A0"/>
                </a:solidFill>
                <a:latin typeface="Consolas"/>
              </a:rPr>
              <a:t>    return;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195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196  </a:t>
            </a:r>
            <a:r>
              <a:rPr sz="1400">
                <a:solidFill>
                  <a:srgbClr val="7FE0A0"/>
                </a:solidFill>
                <a:latin typeface="Consolas"/>
              </a:rPr>
              <a:t>  history.length = 0;      // empty the list without making a new one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197  </a:t>
            </a:r>
            <a:r>
              <a:rPr sz="1400">
                <a:solidFill>
                  <a:srgbClr val="7FE0A0"/>
                </a:solidFill>
                <a:latin typeface="Consolas"/>
              </a:rPr>
              <a:t>  chat.textContent = '';   // clear the screen too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198  </a:t>
            </a:r>
            <a:r>
              <a:rPr sz="1400">
                <a:solidFill>
                  <a:srgbClr val="7FE0A0"/>
                </a:solidFill>
                <a:latin typeface="Consolas"/>
              </a:rPr>
              <a:t>  for (const message of loaded)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199  </a:t>
            </a:r>
            <a:r>
              <a:rPr sz="1400">
                <a:solidFill>
                  <a:srgbClr val="7FE0A0"/>
                </a:solidFill>
                <a:latin typeface="Consolas"/>
              </a:rPr>
              <a:t>    history.push(message);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200  </a:t>
            </a:r>
            <a:r>
              <a:rPr sz="1400">
                <a:solidFill>
                  <a:srgbClr val="7FE0A0"/>
                </a:solidFill>
                <a:latin typeface="Consolas"/>
              </a:rPr>
              <a:t>    addLine(message.role === 'user' ? 'you' : 'bot', message.content);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201  </a:t>
            </a:r>
            <a:r>
              <a:rPr sz="1400">
                <a:solidFill>
                  <a:srgbClr val="7FE0A0"/>
                </a:solidFill>
                <a:latin typeface="Consolas"/>
              </a:rPr>
              <a:t> 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202  </a:t>
            </a:r>
            <a:r>
              <a:rPr sz="14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history.length = 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not history = []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means you cannot replace the array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But you can empty 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Break your partner's 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rubbish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half a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Paste a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Survive everything and you win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