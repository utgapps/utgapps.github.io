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Saving a 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Have a great chat. Press Run.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Where did it go?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was only ever a variable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shapes, one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memory: [{role:'user', content:'hi'}]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 text: "[{\"role\":\"user\"..."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information - one you can copy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already do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JSON.stringify - every week since week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how you send a request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JSON.parse is just the way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&lt;details class="setup"&gt;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Another fold-away panel, styled by the "setup" class from week 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&lt;summary&gt;Save or load this chat&lt;/summary&gt;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label you click to open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&lt;summary&gt;Save or load this chat&lt;/summary&gt;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&lt;textarea id="transcript" rows="4" placeholder="Press Save to put your chat here, then copy it somewhere safe."&gt;&lt;/textarea&gt;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big text box where the saved chat appears. The placeholder is the grey hint.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&lt;summary&gt;Save or load this chat&lt;/summary&gt;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&lt;textarea id="transcript" rows="4" placeholder="Press Save to put your chat here, then copy it somewhere safe."&gt;&lt;/textarea&gt;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id="save" type="button"&gt;Save&lt;/button&gt;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Save button. type="button" so it does NOT submit the chat 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&lt;summary&gt;Save or load this chat&lt;/summary&gt;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&lt;textarea id="transcript" rows="4" placeholder="Press Save to put your chat here, then copy it somewhere safe."&gt;&lt;/textarea&gt;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&lt;button id="save" type="button"&gt;Save&lt;/button&gt;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id="load" type="button"&gt;Load&lt;/button&gt;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Load button, also type="button".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&lt;summary&gt;Save or load this chat&lt;/summary&gt;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&lt;textarea id="transcript" rows="4" placeholder="Press Save to put your chat here, then copy it somewhere safe."&gt;&lt;/textarea&gt;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&lt;button id="save" type="button"&gt;Save&lt;/button&gt;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&lt;button id="load" type="button"&gt;Load&lt;/button&gt;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&lt;/details&gt;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panel.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&lt;summary&gt;Save or load this chat&lt;/summary&gt;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&lt;textarea id="transcript" rows="4" placeholder="Press Save to put your chat here, then copy it somewhere safe."&gt;&lt;/textarea&gt;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id="save" type="button"&gt;Save&lt;/button&gt;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id="load" type="button"&gt;Load&lt;/button&gt;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&lt;/details&gt;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tempOut = document.getElementById('tempOut');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const transcriptBox = document.getElementById('transcript');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save/load text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tempOut = document.getElementById('tempOut');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const transcriptBox = document.getElementById('transcript');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const saveButton = document.getElementById('save');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Save button.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const tempOut = document.getElementById('tempOut');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const transcriptBox = document.getElementById('transcript');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const saveButton = document.getElementById('save');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const loadButton = document.getElementById('load');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Load button.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const tempOut = document.getElementById('tempOut');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const transcriptBox = document.getElementById('transcript');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const saveButton = document.getElementById('save');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const loadButton = document.getElementById('load');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Anyone can paste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try/catch around parse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 it is actually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Valid JSON is not the same as useful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189  </a:t>
            </a:r>
            <a:r>
              <a:rPr sz="18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190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191  </a:t>
            </a:r>
            <a:r>
              <a:rPr sz="18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192  </a:t>
            </a:r>
            <a:r>
              <a:rPr sz="18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193  </a:t>
            </a:r>
            <a:r>
              <a:rPr sz="1800">
                <a:solidFill>
                  <a:srgbClr val="7FE0A0"/>
                </a:solidFill>
                <a:latin typeface="Consolas"/>
              </a:rPr>
              <a:t>saveButton.addEventListener('click', function 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Save is clicked, run this.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189  </a:t>
            </a:r>
            <a:r>
              <a:rPr sz="18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190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191  </a:t>
            </a:r>
            <a:r>
              <a:rPr sz="18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192  </a:t>
            </a:r>
            <a:r>
              <a:rPr sz="18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193  </a:t>
            </a:r>
            <a:r>
              <a:rPr sz="18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194  </a:t>
            </a:r>
            <a:r>
              <a:rPr sz="1800">
                <a:solidFill>
                  <a:srgbClr val="7FE0A0"/>
                </a:solidFill>
                <a:latin typeface="Consolas"/>
              </a:rPr>
              <a:t>  transcriptBox.value = JSON.stringify(history, null, 2);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Turn the whole history list into neat text (2-space indented) and drop it in the box to copy.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188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189  </a:t>
            </a:r>
            <a:r>
              <a:rPr sz="18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190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191  </a:t>
            </a:r>
            <a:r>
              <a:rPr sz="18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192  </a:t>
            </a:r>
            <a:r>
              <a:rPr sz="18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193  </a:t>
            </a:r>
            <a:r>
              <a:rPr sz="18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194  </a:t>
            </a:r>
            <a:r>
              <a:rPr sz="18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195  </a:t>
            </a:r>
            <a:r>
              <a:rPr sz="18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Save listener.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7FE0A0"/>
                </a:solidFill>
                <a:latin typeface="Consolas"/>
              </a:rPr>
              <a:t>loadButton.addEventListener('click', function 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Load is clicked, run this.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7FE0A0"/>
                </a:solidFill>
                <a:latin typeface="Consolas"/>
              </a:rPr>
              <a:t>  let loaded;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variable for the loaded chat. let, because we fill it inside the try.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Parsing text a human pasted might fail, so guard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7FE0A0"/>
                </a:solidFill>
                <a:latin typeface="Consolas"/>
              </a:rPr>
              <a:t>    loaded = JSON.parse(transcriptBox.value);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Turn the pasted text back into a list with JSON.parse.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the text was not valid JSON 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'That does not look like a saved chat.');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 tell them kindly.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stop here.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catch.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Array.isArray()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Array.isArray(loaded)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only when the value is really a LIST (week 4), not just any data.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yes/no check, so it fits inside an if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guards a loaded chat before we treat it like history.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7FE0A0"/>
                </a:solidFill>
                <a:latin typeface="Consolas"/>
              </a:rPr>
              <a:t>  if (!Array.isArray(loaded))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Array.isArray checks it is really a LIST, not just any JSON.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'A saved chat should be a list of messages.');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it is not a list, say so.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stop.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7FE0A0"/>
                </a:solidFill>
                <a:latin typeface="Consolas"/>
              </a:rPr>
              <a:t>  for (const message of loaded)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Check each message in the loaded list.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typeof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typeof message.content === 'string'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Tells you what KIND a value is: 'string', 'number', 'object'...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typeof x === 'string' checks x is text (week 1), using ===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catches a broken saved message before it can crash later.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7FE0A0"/>
                </a:solidFill>
                <a:latin typeface="Consolas"/>
              </a:rPr>
              <a:t>    if (!message || typeof message.content !== 'string')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typeof asks what KIND a value is. Reject anything without text content.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addLine('problem', 'That saved chat has something odd inside it.');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Complain if a message looks wrong.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return;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Stop before it causes a crash later.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checking loop.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7FE0A0"/>
                </a:solidFill>
                <a:latin typeface="Consolas"/>
              </a:rPr>
              <a:t>  history.length = 0;      // empty the list without making a new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Empty the history list by setting its length to 0 - same list, no items.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7FE0A0"/>
                </a:solidFill>
                <a:latin typeface="Consolas"/>
              </a:rPr>
              <a:t>  chat.textContent = '';   // clear the screen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Clear the chat on screen too.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6D8C97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7FE0A0"/>
                </a:solidFill>
                <a:latin typeface="Consolas"/>
              </a:rPr>
              <a:t>  for (const message of loaded)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Now replay the loaded chat.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6D8C97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220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history.push(message);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Remember each message.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6D8C97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220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221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addLine(message.role === 'user' ? 'you' : 'bot', message.content);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Draw it: a 'you' bubble if the role is user, otherwise a 'bot' bubble.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6D8C97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220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221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addLine(message.role === 'user' ? 'you' : 'bot', message.content);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222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replay loop.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6D8C97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6D8C97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6D8C97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6D8C97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6D8C97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6D8C97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6D8C97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6D8C97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6D8C97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6D8C97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6D8C97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6D8C97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220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221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addLine(message.role === 'user' ? 'you' : 'bot', message.content);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222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223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Load listener.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12: your chat lives in a variable, so pressing Run loses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7FE0A0"/>
                </a:solidFill>
                <a:latin typeface="Consolas"/>
              </a:rPr>
              <a:t>// JSON.stringify turns the list into text; JSON.parse turns it back.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7FE0A0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7FE0A0"/>
                </a:solidFill>
                <a:latin typeface="Consolas"/>
              </a:rPr>
              <a:t>// Note: your project runs in a locked-down frame with no localStorage,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7FE0A0"/>
                </a:solidFill>
                <a:latin typeface="Consolas"/>
              </a:rPr>
              <a:t>// so we hand you the text and you keep it wherever you like.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7FE0A0"/>
                </a:solidFill>
                <a:latin typeface="Consolas"/>
              </a:rPr>
              <a:t>saveButton.addEventListener('click',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7FE0A0"/>
                </a:solidFill>
                <a:latin typeface="Consolas"/>
              </a:rPr>
              <a:t>  transcriptBox.value = JSON.stringify(history, null, 2);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7FE0A0"/>
                </a:solidFill>
                <a:latin typeface="Consolas"/>
              </a:rPr>
              <a:t>loadButton.addEventListener('click', function 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7FE0A0"/>
                </a:solidFill>
                <a:latin typeface="Consolas"/>
              </a:rPr>
              <a:t>  let loaded;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7FE0A0"/>
                </a:solidFill>
                <a:latin typeface="Consolas"/>
              </a:rPr>
              <a:t>    loaded = JSON.parse(transcriptBox.value);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'That does not look like a saved chat.');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7FE0A0"/>
                </a:solidFill>
                <a:latin typeface="Consolas"/>
              </a:rPr>
              <a:t>  if (!Array.isArray(loaded))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'A saved chat should be a list of messages.');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7FE0A0"/>
                </a:solidFill>
                <a:latin typeface="Consolas"/>
              </a:rPr>
              <a:t>  // A list is not enough - check what is IN it. Without this, [1,2,3] loads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7FE0A0"/>
                </a:solidFill>
                <a:latin typeface="Consolas"/>
              </a:rPr>
              <a:t>  // happily and then crashes later inside trimHistory, miles from the cause.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7FE0A0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7FE0A0"/>
                </a:solidFill>
                <a:latin typeface="Consolas"/>
              </a:rPr>
              <a:t>    if (!message || typeof message.content !== 'string')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addLine('problem', 'That saved chat has something odd inside 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217  </a:t>
            </a:r>
            <a:r>
              <a:rPr sz="1300">
                <a:solidFill>
                  <a:srgbClr val="7FE0A0"/>
                </a:solidFill>
                <a:latin typeface="Consolas"/>
              </a:rPr>
              <a:t>  history.length = 0;      // empty the list without making a new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218  </a:t>
            </a:r>
            <a:r>
              <a:rPr sz="1300">
                <a:solidFill>
                  <a:srgbClr val="7FE0A0"/>
                </a:solidFill>
                <a:latin typeface="Consolas"/>
              </a:rPr>
              <a:t>  chat.textContent = '';   // clear the screen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219  </a:t>
            </a:r>
            <a:r>
              <a:rPr sz="1300">
                <a:solidFill>
                  <a:srgbClr val="7FE0A0"/>
                </a:solidFill>
                <a:latin typeface="Consolas"/>
              </a:rPr>
              <a:t>  for (const message of loaded)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220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221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addLine(message.role === 'user' ? 'you' : 'bot', message.content);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222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223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JSON.stringify(history, null, 2)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shorter history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AI's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history list turned into neatly-spaced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second copy of the chat on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JSON.stringify(history, null, 2) give you?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shorter history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AI's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history list turned into neatly-spaced text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second copy of the chat on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JSON.stringify turns a list or object into text; the 2 makes it indented and easy to read.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JSON.parse wrapped in try / catch when loading?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save the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never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person might paste text that is not valid JSON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JSON.parse wrapped in try / catch when loading?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save the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never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person might paste text that is not valid JSON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JSON.parse THROWS on broken text. try/catch lets us show a friendly message instead of crashing.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Array.isArray(loaded) is true only when loaded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text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list (an array)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Array.isArray(loaded) is true only when loaded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text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list (an array)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Array.isArray guards that the value is really a list before we treat it like one.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typeof message.content === 'string' checks that the content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typeof message.content === 'string' checks that the content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text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typeof tells you the KIND of a value; 'string' means it is text.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history.length = 0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brand-new empty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Deletes the variable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a zero to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Empties the list but keeps the same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history.length = 0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brand-new empty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Deletes the variable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a zero to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Empties the list but keeps the same list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Setting length to 0 removes every item while keeping the SAME array that everything else still points to.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7 - what is history?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single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array that remembers every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 slider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7 - what is history?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single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array that remembers every message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 slider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history is the array you push each message onto, so the AI can be sent the whole conversation.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10 - JSON.parse is the opposite of JSON.stringify. It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sends a network request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turns JSON text back into an object or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splits a string in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an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10 - JSON.parse is the opposite of JSON.stringify. It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sends a network request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turns JSON text back into an object or list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splits a string in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an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stringify makes text out of data; parse reads that text back into data you can use.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history.length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not history = []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const means you cannot replace the array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But you can empty it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save and reload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chat a bit. Open 'Save or load this chat', press Save, and copy the text that appears. Press Run again to wipe everything, paste the text back, and press Load - your whole conversation should come back. Try pasting nonsense too: you should get a friendly 'That does not look like a saved chat.' instead of a crash.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Break your partner's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 pairs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Paste rubbish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Paste half a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Paste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Survive everything and you 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