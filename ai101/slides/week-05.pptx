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things break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Everyone press Send ten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Right now. Go.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Someone will get 429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today's lesson arriving on its 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fetch is not a smoke alarm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happy if the server answered AT ALL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500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is an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have to check the number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three you will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401 - I do not believe you are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429 - you are going too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400 - I cannot use what you sent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res.ok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if (!res.ok) { ...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for 200-299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false for everything from 400 up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line that turns silence into an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try and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- attempt this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- it shouted; here is what the user sees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it, failure looks like nothing happening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40 requests a minute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graphics card, fifteen of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queue, not a punishment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 software waits politely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