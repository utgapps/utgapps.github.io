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When things break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Everyone press Send ten times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Right now. Go.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Someone will get 429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today's lesson arriving on its 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fetch is not a smoke alarm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happy if the server answered AT ALL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500 is an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429 is an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have to check the number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three you will meet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401 - I do not believe you are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429 - you are going too fast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400 - I cannot use what you sent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res.ok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if (!res.ok) { ...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true for 200-299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false for everything from 400 up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line that turns silence into an explanation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50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51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52  </a:t>
            </a:r>
            <a:r>
              <a:rPr sz="1400">
                <a:solidFill>
                  <a:srgbClr val="DCECEF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53  </a:t>
            </a:r>
            <a:r>
              <a:rPr sz="1400">
                <a:solidFill>
                  <a:srgbClr val="DCECEF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54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55  </a:t>
            </a:r>
            <a:r>
              <a:rPr sz="1400">
                <a:solidFill>
                  <a:srgbClr val="DCECEF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56  </a:t>
            </a:r>
            <a:r>
              <a:rPr sz="1400">
                <a:solidFill>
                  <a:srgbClr val="DCECEF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57  </a:t>
            </a:r>
            <a:r>
              <a:rPr sz="1400">
                <a:solidFill>
                  <a:srgbClr val="DCECEF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58  </a:t>
            </a:r>
            <a:r>
              <a:rPr sz="1400">
                <a:solidFill>
                  <a:srgbClr val="DCECEF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59  </a:t>
            </a:r>
            <a:r>
              <a:rPr sz="1400">
                <a:solidFill>
                  <a:srgbClr val="DCECEF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60  </a:t>
            </a:r>
            <a:r>
              <a:rPr sz="1400">
                <a:solidFill>
                  <a:srgbClr val="DCECEF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61  </a:t>
            </a:r>
            <a:r>
              <a:rPr sz="1400">
                <a:solidFill>
                  <a:srgbClr val="DCECEF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62  </a:t>
            </a:r>
            <a:r>
              <a:rPr sz="1400">
                <a:solidFill>
                  <a:srgbClr val="DCECEF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63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64  </a:t>
            </a:r>
            <a:r>
              <a:rPr sz="1400">
                <a:solidFill>
                  <a:srgbClr val="DCECEF"/>
                </a:solidFill>
                <a:latin typeface="Consolas"/>
              </a:rPr>
              <a:t>      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65  </a:t>
            </a:r>
            <a:r>
              <a:rPr sz="1400">
                <a:solidFill>
                  <a:srgbClr val="DCECEF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66  </a:t>
            </a:r>
            <a:r>
              <a:rPr sz="1400">
                <a:solidFill>
                  <a:srgbClr val="DCECEF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67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68  </a:t>
            </a:r>
            <a:r>
              <a:rPr sz="14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69  </a:t>
            </a:r>
            <a:r>
              <a:rPr sz="1400">
                <a:solidFill>
                  <a:srgbClr val="7FE0A0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70  </a:t>
            </a:r>
            <a:r>
              <a:rPr sz="1400">
                <a:solidFill>
                  <a:srgbClr val="7FE0A0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71  </a:t>
            </a:r>
            <a:r>
              <a:rPr sz="14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72  </a:t>
            </a:r>
            <a:r>
              <a:rPr sz="14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73  </a:t>
            </a:r>
            <a:r>
              <a:rPr sz="14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74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75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76  </a:t>
            </a:r>
            <a:r>
              <a:rPr sz="1400">
                <a:solidFill>
                  <a:srgbClr val="DCECEF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77  </a:t>
            </a:r>
            <a:r>
              <a:rPr sz="14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29  </a:t>
            </a:r>
            <a:r>
              <a:rPr sz="17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30  </a:t>
            </a:r>
            <a:r>
              <a:rPr sz="1700">
                <a:solidFill>
                  <a:srgbClr val="7FE0A0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31  </a:t>
            </a:r>
            <a:r>
              <a:rPr sz="1700">
                <a:solidFill>
                  <a:srgbClr val="7FE0A0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32  </a:t>
            </a:r>
            <a:r>
              <a:rPr sz="1700">
                <a:solidFill>
                  <a:srgbClr val="7FE0A0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33  </a:t>
            </a:r>
            <a:r>
              <a:rPr sz="1700">
                <a:solidFill>
                  <a:srgbClr val="7FE0A0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34  </a:t>
            </a:r>
            <a:r>
              <a:rPr sz="1700">
                <a:solidFill>
                  <a:srgbClr val="7FE0A0"/>
                </a:solidFill>
                <a:latin typeface="Consolas"/>
              </a:rPr>
              <a:t>  const said = problem &amp;&amp; problem.error &amp;&amp; problem.error.message;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35  </a:t>
            </a:r>
            <a:r>
              <a:rPr sz="1700">
                <a:solidFill>
                  <a:srgbClr val="7FE0A0"/>
                </a:solidFill>
                <a:latin typeface="Consolas"/>
              </a:rPr>
              <a:t>  if (said) { return said;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36  </a:t>
            </a:r>
            <a:r>
              <a:rPr sz="1700">
                <a:solidFill>
                  <a:srgbClr val="7FE0A0"/>
                </a:solidFill>
                <a:latin typeface="Consolas"/>
              </a:rPr>
              <a:t>  if (status === 401) { return 'The server does not recognise your key. Check it for typos.';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37  </a:t>
            </a:r>
            <a:r>
              <a:rPr sz="1700">
                <a:solidFill>
                  <a:srgbClr val="7FE0A0"/>
                </a:solidFill>
                <a:latin typeface="Consolas"/>
              </a:rPr>
              <a:t>  if (status === 429) { return 'You are sending too fast. Wait a few seconds and try again.';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38  </a:t>
            </a:r>
            <a:r>
              <a:rPr sz="1700">
                <a:solidFill>
                  <a:srgbClr val="7FE0A0"/>
                </a:solidFill>
                <a:latin typeface="Consolas"/>
              </a:rPr>
              <a:t>  return 'Something went wrong on the server (' + status + '). Try again in a moment.';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39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try and catch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 - attempt this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catch - it shouted; here is what the user sees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Without it, failure looks like nothing happening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78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79  </a:t>
            </a:r>
            <a:r>
              <a:rPr sz="1400">
                <a:solidFill>
                  <a:srgbClr val="DCECEF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80  </a:t>
            </a:r>
            <a:r>
              <a:rPr sz="1400">
                <a:solidFill>
                  <a:srgbClr val="DCECEF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81  </a:t>
            </a:r>
            <a:r>
              <a:rPr sz="1400">
                <a:solidFill>
                  <a:srgbClr val="DCECEF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82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83  </a:t>
            </a:r>
            <a:r>
              <a:rPr sz="1400">
                <a:solidFill>
                  <a:srgbClr val="DCECEF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84  </a:t>
            </a:r>
            <a:r>
              <a:rPr sz="1400">
                <a:solidFill>
                  <a:srgbClr val="DCECEF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85  </a:t>
            </a:r>
            <a:r>
              <a:rPr sz="1400">
                <a:solidFill>
                  <a:srgbClr val="DCECEF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86  </a:t>
            </a:r>
            <a:r>
              <a:rPr sz="1400">
                <a:solidFill>
                  <a:srgbClr val="DCECEF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87  </a:t>
            </a:r>
            <a:r>
              <a:rPr sz="1400">
                <a:solidFill>
                  <a:srgbClr val="7FE0A0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88  </a:t>
            </a:r>
            <a:r>
              <a:rPr sz="1400">
                <a:solidFill>
                  <a:srgbClr val="7FE0A0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89  </a:t>
            </a:r>
            <a:r>
              <a:rPr sz="1400">
                <a:solidFill>
                  <a:srgbClr val="7FE0A0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90  </a:t>
            </a:r>
            <a:r>
              <a:rPr sz="1400">
                <a:solidFill>
                  <a:srgbClr val="7FE0A0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91  </a:t>
            </a:r>
            <a:r>
              <a:rPr sz="1400">
                <a:solidFill>
                  <a:srgbClr val="7FE0A0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92  </a:t>
            </a:r>
            <a:r>
              <a:rPr sz="1400">
                <a:solidFill>
                  <a:srgbClr val="7FE0A0"/>
                </a:solidFill>
                <a:latin typeface="Consolas"/>
              </a:rPr>
              <a:t>    chat.lastChild.remove();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93  </a:t>
            </a:r>
            <a:r>
              <a:rPr sz="1700">
                <a:solidFill>
                  <a:srgbClr val="7FE0A0"/>
                </a:solidFill>
                <a:latin typeface="Consolas"/>
              </a:rPr>
              <a:t>    // 'Failed to fetch' means the request never arrived anywhere at all.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94  </a:t>
            </a:r>
            <a:r>
              <a:rPr sz="1700">
                <a:solidFill>
                  <a:srgbClr val="7FE0A0"/>
                </a:solidFill>
                <a:latin typeface="Consolas"/>
              </a:rPr>
              <a:t>    // It is the commonest real failure and the least useful wording there is.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95  </a:t>
            </a:r>
            <a:r>
              <a:rPr sz="1700">
                <a:solidFill>
                  <a:srgbClr val="7FE0A0"/>
                </a:solidFill>
                <a:latin typeface="Consolas"/>
              </a:rPr>
              <a:t>    addLine('Problem', problem.message === 'Failed to fetch'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96  </a:t>
            </a:r>
            <a:r>
              <a:rPr sz="1700">
                <a:solidFill>
                  <a:srgbClr val="7FE0A0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97  </a:t>
            </a:r>
            <a:r>
              <a:rPr sz="1700">
                <a:solidFill>
                  <a:srgbClr val="7FE0A0"/>
                </a:solidFill>
                <a:latin typeface="Consolas"/>
              </a:rPr>
              <a:t>      : problem.message);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98  </a:t>
            </a:r>
            <a:r>
              <a:rPr sz="17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99  </a:t>
            </a:r>
            <a:r>
              <a:rPr sz="1700">
                <a:solidFill>
                  <a:srgbClr val="DCECEF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21  </a:t>
            </a:r>
            <a:r>
              <a:rPr sz="1700">
                <a:solidFill>
                  <a:srgbClr val="7FE0A0"/>
                </a:solidFill>
                <a:latin typeface="Consolas"/>
              </a:rPr>
              <a:t>.chat p { margin: 0 0 10px; line-height: 1.5; 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40 requests a minute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One graphics card, fifteen of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a queue, not a punishment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Good software waits politely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