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things 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Everyone press Send ten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Right now. Go.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Someone will get 429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today's lesson arriving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 is not a smoke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happy if the server answered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500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to check the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three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you are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429 - you are going too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400 - I cannot use what you 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(!res.ok)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for 200-299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everything from 400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line that turns silence into an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50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 if (status === 400) { return 'The server could not use that request: ' + problem.error.message;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and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- attempt this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- it shouted; here is what the user sees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it, failure looks like nothing happening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85  </a:t>
            </a:r>
            <a:r>
              <a:rPr sz="1700">
                <a:solidFill>
                  <a:srgbClr val="7FE0A0"/>
                </a:solidFill>
                <a:latin typeface="Consolas"/>
              </a:rPr>
              <a:t>    addLine('Problem', problem.message);   // say what went wrong, out loud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86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87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.chat p { margin: 0 0 10px; line-height: 1.5; 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40 requests a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graphics card, fifteen of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queue, not a punishment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 software waits politely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