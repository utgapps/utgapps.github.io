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// Turn a status number into a sentence a person can act on.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function explain(status, 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401) { return 'The server does not recognise your key. Check it for typos.';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429) { return 'You are sending too fast. Wait a few seconds and try again.';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if (status === 400) { return 'The server could not use that request: ' + problem.error.message;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'Something went wrong on the server (' + status + '). Try again in a moment.';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    chat.lastChild.remove();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problem.message);   // say what went wrong, out loud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.chat p { margin: 0 0 10px; line-height: 1.5;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