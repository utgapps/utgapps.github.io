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When things break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Everyone press Send ten times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Right now. Go.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Someone will get 429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That is today's lesson arriving on its own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fetch is not a smoke alarm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is happy if the server answered AT ALL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500 is an answer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429 is an answer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 have to check the number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three you will meet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401 - I do not believe you are you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429 - you are going too fast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400 - I cannot use what you sent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res.ok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if (!res.ok) { ... }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true for 200-299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false for everything from 400 up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One line that turns silence into an explanation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68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57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58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6D8C97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{ role: 'user', content: question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6D8C97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6D8C97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66  </a:t>
            </a:r>
            <a:r>
              <a:rPr sz="1300">
                <a:solidFill>
                  <a:srgbClr val="6D8C97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68  </a:t>
            </a:r>
            <a:r>
              <a:rPr sz="1300">
                <a:solidFill>
                  <a:srgbClr val="7FE0A0"/>
                </a:solidFill>
                <a:latin typeface="Consolas"/>
              </a:rPr>
              <a:t>  // Week 5: fetch does NOT throw when the server says no. A 429 arrives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comment: fetch does NOT throw when the server says no - a refusal looks just like a success until you check.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! means NOT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! flips true and false.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if (!res.ok) means 'if the response is NOT ok'.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70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57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58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6D8C97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{ role: 'user', content: question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6D8C97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6D8C97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66  </a:t>
            </a:r>
            <a:r>
              <a:rPr sz="1300">
                <a:solidFill>
                  <a:srgbClr val="6D8C97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68  </a:t>
            </a:r>
            <a:r>
              <a:rPr sz="1300">
                <a:solidFill>
                  <a:srgbClr val="6D8C97"/>
                </a:solidFill>
                <a:latin typeface="Consolas"/>
              </a:rPr>
              <a:t>  // Week 5: fetch does NOT throw when the server says no. A 429 arrives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69  </a:t>
            </a:r>
            <a:r>
              <a:rPr sz="1300">
                <a:solidFill>
                  <a:srgbClr val="6D8C97"/>
                </a:solidFill>
                <a:latin typeface="Consolas"/>
              </a:rPr>
              <a:t>  // looking just like a success until you actually check.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70  </a:t>
            </a:r>
            <a:r>
              <a:rPr sz="1300">
                <a:solidFill>
                  <a:srgbClr val="7FE0A0"/>
                </a:solidFill>
                <a:latin typeface="Consolas"/>
              </a:rPr>
              <a:t>  if (!res.ok)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if (!res.ok): run this only when the response is NOT ok (any status that is not a success).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71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57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58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6D8C97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{ role: 'user', content: question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6D8C97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6D8C97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66  </a:t>
            </a:r>
            <a:r>
              <a:rPr sz="1300">
                <a:solidFill>
                  <a:srgbClr val="6D8C97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68  </a:t>
            </a:r>
            <a:r>
              <a:rPr sz="1300">
                <a:solidFill>
                  <a:srgbClr val="6D8C97"/>
                </a:solidFill>
                <a:latin typeface="Consolas"/>
              </a:rPr>
              <a:t>  // Week 5: fetch does NOT throw when the server says no. A 429 arrives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69  </a:t>
            </a:r>
            <a:r>
              <a:rPr sz="1300">
                <a:solidFill>
                  <a:srgbClr val="6D8C97"/>
                </a:solidFill>
                <a:latin typeface="Consolas"/>
              </a:rPr>
              <a:t>  // looking just like a success until you actually check.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70  </a:t>
            </a:r>
            <a:r>
              <a:rPr sz="1300">
                <a:solidFill>
                  <a:srgbClr val="6D8C97"/>
                </a:solidFill>
                <a:latin typeface="Consolas"/>
              </a:rPr>
              <a:t>  if (!res.ok)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71  </a:t>
            </a:r>
            <a:r>
              <a:rPr sz="1300">
                <a:solidFill>
                  <a:srgbClr val="7FE0A0"/>
                </a:solidFill>
                <a:latin typeface="Consolas"/>
              </a:rPr>
              <a:t>    const problem = await res.json();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Read the server's explanation of what went wrong.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throw new Error()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Stops the function and raises a problem with a message.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Whoever called it can catch that message and show 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72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57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58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6D8C97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{ role: 'user', content: question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6D8C97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6D8C97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66  </a:t>
            </a:r>
            <a:r>
              <a:rPr sz="1300">
                <a:solidFill>
                  <a:srgbClr val="6D8C97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68  </a:t>
            </a:r>
            <a:r>
              <a:rPr sz="1300">
                <a:solidFill>
                  <a:srgbClr val="6D8C97"/>
                </a:solidFill>
                <a:latin typeface="Consolas"/>
              </a:rPr>
              <a:t>  // Week 5: fetch does NOT throw when the server says no. A 429 arrives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69  </a:t>
            </a:r>
            <a:r>
              <a:rPr sz="1300">
                <a:solidFill>
                  <a:srgbClr val="6D8C97"/>
                </a:solidFill>
                <a:latin typeface="Consolas"/>
              </a:rPr>
              <a:t>  // looking just like a success until you actually check.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70  </a:t>
            </a:r>
            <a:r>
              <a:rPr sz="1300">
                <a:solidFill>
                  <a:srgbClr val="6D8C97"/>
                </a:solidFill>
                <a:latin typeface="Consolas"/>
              </a:rPr>
              <a:t>  if (!res.ok)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71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problem = await res.json();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72  </a:t>
            </a:r>
            <a:r>
              <a:rPr sz="1300">
                <a:solidFill>
                  <a:srgbClr val="7FE0A0"/>
                </a:solidFill>
                <a:latin typeface="Consolas"/>
              </a:rPr>
              <a:t>    throw new Error(explain(res.status, problem));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Stop askAI and raise that problem as an error, turned into a friendly sentence by explain().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73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57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58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6D8C97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{ role: 'user', content: question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6D8C97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6D8C97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66  </a:t>
            </a:r>
            <a:r>
              <a:rPr sz="1300">
                <a:solidFill>
                  <a:srgbClr val="6D8C97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68  </a:t>
            </a:r>
            <a:r>
              <a:rPr sz="1300">
                <a:solidFill>
                  <a:srgbClr val="6D8C97"/>
                </a:solidFill>
                <a:latin typeface="Consolas"/>
              </a:rPr>
              <a:t>  // Week 5: fetch does NOT throw when the server says no. A 429 arrives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69  </a:t>
            </a:r>
            <a:r>
              <a:rPr sz="1300">
                <a:solidFill>
                  <a:srgbClr val="6D8C97"/>
                </a:solidFill>
                <a:latin typeface="Consolas"/>
              </a:rPr>
              <a:t>  // looking just like a success until you actually check.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70  </a:t>
            </a:r>
            <a:r>
              <a:rPr sz="1300">
                <a:solidFill>
                  <a:srgbClr val="6D8C97"/>
                </a:solidFill>
                <a:latin typeface="Consolas"/>
              </a:rPr>
              <a:t>  if (!res.ok)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71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problem = await res.json();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72  </a:t>
            </a:r>
            <a:r>
              <a:rPr sz="1300">
                <a:solidFill>
                  <a:srgbClr val="6D8C97"/>
                </a:solidFill>
                <a:latin typeface="Consolas"/>
              </a:rPr>
              <a:t>    throw new Error(explain(res.status, problem));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73  </a:t>
            </a:r>
            <a:r>
              <a:rPr sz="1300">
                <a:solidFill>
                  <a:srgbClr val="7FE0A0"/>
                </a:solidFill>
                <a:latin typeface="Consolas"/>
              </a:rPr>
              <a:t> 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if.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7FE0A0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7FE0A0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7FE0A0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7FE0A0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7FE0A0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57  </a:t>
            </a:r>
            <a:r>
              <a:rPr sz="1300">
                <a:solidFill>
                  <a:srgbClr val="7FE0A0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58  </a:t>
            </a:r>
            <a:r>
              <a:rPr sz="1300">
                <a:solidFill>
                  <a:srgbClr val="7FE0A0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7FE0A0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7FE0A0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7FE0A0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7FE0A0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{ role: 'user', content: question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7FE0A0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7FE0A0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66  </a:t>
            </a:r>
            <a:r>
              <a:rPr sz="1300">
                <a:solidFill>
                  <a:srgbClr val="7FE0A0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67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68  </a:t>
            </a:r>
            <a:r>
              <a:rPr sz="1300">
                <a:solidFill>
                  <a:srgbClr val="7FE0A0"/>
                </a:solidFill>
                <a:latin typeface="Consolas"/>
              </a:rPr>
              <a:t>  // Week 5: fetch does NOT throw when the server says no. A 429 arrives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69  </a:t>
            </a:r>
            <a:r>
              <a:rPr sz="1300">
                <a:solidFill>
                  <a:srgbClr val="7FE0A0"/>
                </a:solidFill>
                <a:latin typeface="Consolas"/>
              </a:rPr>
              <a:t>  // looking just like a success until you actually check.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70  </a:t>
            </a:r>
            <a:r>
              <a:rPr sz="1300">
                <a:solidFill>
                  <a:srgbClr val="7FE0A0"/>
                </a:solidFill>
                <a:latin typeface="Consolas"/>
              </a:rPr>
              <a:t>  if (!res.ok)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71  </a:t>
            </a:r>
            <a:r>
              <a:rPr sz="1300">
                <a:solidFill>
                  <a:srgbClr val="7FE0A0"/>
                </a:solidFill>
                <a:latin typeface="Consolas"/>
              </a:rPr>
              <a:t>    const problem = await res.json();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72  </a:t>
            </a:r>
            <a:r>
              <a:rPr sz="1300">
                <a:solidFill>
                  <a:srgbClr val="7FE0A0"/>
                </a:solidFill>
                <a:latin typeface="Consolas"/>
              </a:rPr>
              <a:t>    throw new Error(explain(res.status, problem));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73  </a:t>
            </a:r>
            <a:r>
              <a:rPr sz="1300">
                <a:solidFill>
                  <a:srgbClr val="7FE0A0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74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75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data = await res.json();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76  </a:t>
            </a:r>
            <a:r>
              <a:rPr sz="1300">
                <a:solidFill>
                  <a:srgbClr val="7FE0A0"/>
                </a:solidFill>
                <a:latin typeface="Consolas"/>
              </a:rPr>
              <a:t>  return data.choices[0].message.content;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77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30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7FE0A0"/>
                </a:solidFill>
                <a:latin typeface="Consolas"/>
              </a:rPr>
              <a:t>// Turn a status number into a sentence a person can act 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comment: turn a status number into a sentence you can act 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31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6D8C97"/>
                </a:solidFill>
                <a:latin typeface="Consolas"/>
              </a:rPr>
              <a:t>// Turn a status number into a sentence a person can act on.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31  </a:t>
            </a:r>
            <a:r>
              <a:rPr sz="1800">
                <a:solidFill>
                  <a:srgbClr val="7FE0A0"/>
                </a:solidFill>
                <a:latin typeface="Consolas"/>
              </a:rPr>
              <a:t>function explain(status, problem)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function explain that takes the status number and the server's problem.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32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6D8C97"/>
                </a:solidFill>
                <a:latin typeface="Consolas"/>
              </a:rPr>
              <a:t>// Turn a status number into a sentence a person can act on.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31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explain(status, problem)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32  </a:t>
            </a:r>
            <a:r>
              <a:rPr sz="1800">
                <a:solidFill>
                  <a:srgbClr val="7FE0A0"/>
                </a:solidFill>
                <a:latin typeface="Consolas"/>
              </a:rPr>
              <a:t>  // The server usually explains itself better than we can guess. Use 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comment: the server usually explains itself better than we can guess.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33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6D8C97"/>
                </a:solidFill>
                <a:latin typeface="Consolas"/>
              </a:rPr>
              <a:t>// Turn a status number into a sentence a person can act on.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31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explain(status, problem)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32  </a:t>
            </a:r>
            <a:r>
              <a:rPr sz="1800">
                <a:solidFill>
                  <a:srgbClr val="6D8C97"/>
                </a:solidFill>
                <a:latin typeface="Consolas"/>
              </a:rPr>
              <a:t>  // The server usually explains itself better than we can guess. Use its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33  </a:t>
            </a:r>
            <a:r>
              <a:rPr sz="1800">
                <a:solidFill>
                  <a:srgbClr val="7FE0A0"/>
                </a:solidFill>
                <a:latin typeface="Consolas"/>
              </a:rPr>
              <a:t>  // words when it gives us any, and fall back to our own when it does not.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So use its words when it gives any, and fall back to ours when it does not.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&amp;&amp; means 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&amp;&amp; b is true only when BOTH are true.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Also handy to check something exists before you use 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6D8C97"/>
                </a:solidFill>
                <a:latin typeface="Consolas"/>
              </a:rPr>
              <a:t>// Turn a status number into a sentence a person can act on.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31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explain(status, problem)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32  </a:t>
            </a:r>
            <a:r>
              <a:rPr sz="1800">
                <a:solidFill>
                  <a:srgbClr val="6D8C97"/>
                </a:solidFill>
                <a:latin typeface="Consolas"/>
              </a:rPr>
              <a:t>  // The server usually explains itself better than we can guess. Use its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33  </a:t>
            </a:r>
            <a:r>
              <a:rPr sz="1800">
                <a:solidFill>
                  <a:srgbClr val="6D8C97"/>
                </a:solidFill>
                <a:latin typeface="Consolas"/>
              </a:rPr>
              <a:t>  // words when it gives us any, and fall back to our own when it does not.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34  </a:t>
            </a:r>
            <a:r>
              <a:rPr sz="1800">
                <a:solidFill>
                  <a:srgbClr val="7FE0A0"/>
                </a:solidFill>
                <a:latin typeface="Consolas"/>
              </a:rPr>
              <a:t>  const said = problem &amp;&amp; problem.error &amp;&amp; problem.error.message;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Reach for the server's own message, if there is one (&amp;&amp; checks each part exists first).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35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6D8C97"/>
                </a:solidFill>
                <a:latin typeface="Consolas"/>
              </a:rPr>
              <a:t>// Turn a status number into a sentence a person can act on.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31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explain(status, problem)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32  </a:t>
            </a:r>
            <a:r>
              <a:rPr sz="1800">
                <a:solidFill>
                  <a:srgbClr val="6D8C97"/>
                </a:solidFill>
                <a:latin typeface="Consolas"/>
              </a:rPr>
              <a:t>  // The server usually explains itself better than we can guess. Use its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33  </a:t>
            </a:r>
            <a:r>
              <a:rPr sz="1800">
                <a:solidFill>
                  <a:srgbClr val="6D8C97"/>
                </a:solidFill>
                <a:latin typeface="Consolas"/>
              </a:rPr>
              <a:t>  // words when it gives us any, and fall back to our own when it does not.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34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said = problem &amp;&amp; problem.error &amp;&amp; problem.error.message;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7FE0A0"/>
                </a:solidFill>
                <a:latin typeface="Consolas"/>
              </a:rPr>
              <a:t>  if (said) { return said;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If there was a message, hand it straight back.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36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6D8C97"/>
                </a:solidFill>
                <a:latin typeface="Consolas"/>
              </a:rPr>
              <a:t>// Turn a status number into a sentence a person can act on.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31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explain(status, problem)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32  </a:t>
            </a:r>
            <a:r>
              <a:rPr sz="1800">
                <a:solidFill>
                  <a:srgbClr val="6D8C97"/>
                </a:solidFill>
                <a:latin typeface="Consolas"/>
              </a:rPr>
              <a:t>  // The server usually explains itself better than we can guess. Use its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33  </a:t>
            </a:r>
            <a:r>
              <a:rPr sz="1800">
                <a:solidFill>
                  <a:srgbClr val="6D8C97"/>
                </a:solidFill>
                <a:latin typeface="Consolas"/>
              </a:rPr>
              <a:t>  // words when it gives us any, and fall back to our own when it does not.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34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said = problem &amp;&amp; problem.error &amp;&amp; problem.error.message;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6D8C97"/>
                </a:solidFill>
                <a:latin typeface="Consolas"/>
              </a:rPr>
              <a:t>  if (said) { return said;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36  </a:t>
            </a:r>
            <a:r>
              <a:rPr sz="1800">
                <a:solidFill>
                  <a:srgbClr val="7FE0A0"/>
                </a:solidFill>
                <a:latin typeface="Consolas"/>
              </a:rPr>
              <a:t>  if (status === 401) { return 'The server does not recognise your key. Check it for typos.';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401 means the server does not know your key - say so.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37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6D8C97"/>
                </a:solidFill>
                <a:latin typeface="Consolas"/>
              </a:rPr>
              <a:t>// Turn a status number into a sentence a person can act on.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31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explain(status, problem)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32  </a:t>
            </a:r>
            <a:r>
              <a:rPr sz="1800">
                <a:solidFill>
                  <a:srgbClr val="6D8C97"/>
                </a:solidFill>
                <a:latin typeface="Consolas"/>
              </a:rPr>
              <a:t>  // The server usually explains itself better than we can guess. Use its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33  </a:t>
            </a:r>
            <a:r>
              <a:rPr sz="1800">
                <a:solidFill>
                  <a:srgbClr val="6D8C97"/>
                </a:solidFill>
                <a:latin typeface="Consolas"/>
              </a:rPr>
              <a:t>  // words when it gives us any, and fall back to our own when it does not.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34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said = problem &amp;&amp; problem.error &amp;&amp; problem.error.message;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6D8C97"/>
                </a:solidFill>
                <a:latin typeface="Consolas"/>
              </a:rPr>
              <a:t>  if (said) { return said;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36  </a:t>
            </a:r>
            <a:r>
              <a:rPr sz="1800">
                <a:solidFill>
                  <a:srgbClr val="6D8C97"/>
                </a:solidFill>
                <a:latin typeface="Consolas"/>
              </a:rPr>
              <a:t>  if (status === 401) { return 'The server does not recognise your key. Check it for typos.';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37  </a:t>
            </a:r>
            <a:r>
              <a:rPr sz="1800">
                <a:solidFill>
                  <a:srgbClr val="7FE0A0"/>
                </a:solidFill>
                <a:latin typeface="Consolas"/>
              </a:rPr>
              <a:t>  if (status === 429) { return 'You are sending too fast. Wait a few seconds and try again.';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429 means you sent too fast - tell them to wait a moment.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38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6D8C97"/>
                </a:solidFill>
                <a:latin typeface="Consolas"/>
              </a:rPr>
              <a:t>// Turn a status number into a sentence a person can act on.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31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explain(status, problem)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32  </a:t>
            </a:r>
            <a:r>
              <a:rPr sz="1800">
                <a:solidFill>
                  <a:srgbClr val="6D8C97"/>
                </a:solidFill>
                <a:latin typeface="Consolas"/>
              </a:rPr>
              <a:t>  // The server usually explains itself better than we can guess. Use its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33  </a:t>
            </a:r>
            <a:r>
              <a:rPr sz="1800">
                <a:solidFill>
                  <a:srgbClr val="6D8C97"/>
                </a:solidFill>
                <a:latin typeface="Consolas"/>
              </a:rPr>
              <a:t>  // words when it gives us any, and fall back to our own when it does not.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34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said = problem &amp;&amp; problem.error &amp;&amp; problem.error.message;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6D8C97"/>
                </a:solidFill>
                <a:latin typeface="Consolas"/>
              </a:rPr>
              <a:t>  if (said) { return said;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36  </a:t>
            </a:r>
            <a:r>
              <a:rPr sz="1800">
                <a:solidFill>
                  <a:srgbClr val="6D8C97"/>
                </a:solidFill>
                <a:latin typeface="Consolas"/>
              </a:rPr>
              <a:t>  if (status === 401) { return 'The server does not recognise your key. Check it for typos.';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37  </a:t>
            </a:r>
            <a:r>
              <a:rPr sz="1800">
                <a:solidFill>
                  <a:srgbClr val="6D8C97"/>
                </a:solidFill>
                <a:latin typeface="Consolas"/>
              </a:rPr>
              <a:t>  if (status === 429) { return 'You are sending too fast. Wait a few seconds and try again.';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38  </a:t>
            </a:r>
            <a:r>
              <a:rPr sz="1800">
                <a:solidFill>
                  <a:srgbClr val="7FE0A0"/>
                </a:solidFill>
                <a:latin typeface="Consolas"/>
              </a:rPr>
              <a:t>  return 'Something went wrong on the server (' + status + '). Try again in a moment.';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Anything else: a generic 'try again', with the number so you can look it up.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39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6D8C97"/>
                </a:solidFill>
                <a:latin typeface="Consolas"/>
              </a:rPr>
              <a:t>// Turn a status number into a sentence a person can act 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6D8C97"/>
                </a:solidFill>
                <a:latin typeface="Consolas"/>
              </a:rPr>
              <a:t>function explain(status, 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6D8C97"/>
                </a:solidFill>
                <a:latin typeface="Consolas"/>
              </a:rPr>
              <a:t>  // The server usually explains itself better than we can guess. Use its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6D8C97"/>
                </a:solidFill>
                <a:latin typeface="Consolas"/>
              </a:rPr>
              <a:t>  // words when it gives us any, and fall back to our own when it does not.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said = problem &amp;&amp; problem.error &amp;&amp; problem.error.message;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  if (said) { return said;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if (status === 401) { return 'The server does not recognise your key. Check it for typos.';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if (status === 429) { return 'You are sending too fast. Wait a few seconds and try again.';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return 'Something went wrong on the server (' + status + '). Try again in a moment.';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function.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7FE0A0"/>
                </a:solidFill>
                <a:latin typeface="Consolas"/>
              </a:rPr>
              <a:t>// Turn a status number into a sentence a person can act 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7FE0A0"/>
                </a:solidFill>
                <a:latin typeface="Consolas"/>
              </a:rPr>
              <a:t>function explain(status, 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7FE0A0"/>
                </a:solidFill>
                <a:latin typeface="Consolas"/>
              </a:rPr>
              <a:t>  // The server usually explains itself better than we can guess. Use its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7FE0A0"/>
                </a:solidFill>
                <a:latin typeface="Consolas"/>
              </a:rPr>
              <a:t>  // words when it gives us any, and fall back to our own when it does not.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said = problem &amp;&amp; problem.error &amp;&amp; problem.error.message;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7FE0A0"/>
                </a:solidFill>
                <a:latin typeface="Consolas"/>
              </a:rPr>
              <a:t>  if (said) { return said;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7FE0A0"/>
                </a:solidFill>
                <a:latin typeface="Consolas"/>
              </a:rPr>
              <a:t>  if (status === 401) { return 'The server does not recognise your key. Check it for typos.';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7FE0A0"/>
                </a:solidFill>
                <a:latin typeface="Consolas"/>
              </a:rPr>
              <a:t>  if (status === 429) { return 'You are sending too fast. Wait a few seconds and try again.';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7FE0A0"/>
                </a:solidFill>
                <a:latin typeface="Consolas"/>
              </a:rPr>
              <a:t>  return 'Something went wrong on the server (' + status + '). Try again in a moment.';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In  try { ... } catch (e) { ... }  when does catch run?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When the try code works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When the try code hits an error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Always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Never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In  try { ... } catch (e) { ... }  when does catch run?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When the try code works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When the try code hits an error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Always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Never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catch only runs if something in try throws an error.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does  !ok  mean?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ok twice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ok and true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NOT ok - the opposite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ok or nothing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does  !ok  mean?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ok twice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ok and true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NOT ok - the opposite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ok or nothing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! flips a true/false value to its opposite.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cond ? x : y  gives you...?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x if cond is true, otherwise 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always x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always 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the word 'true'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cond ? x : y  gives you...?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x if cond is true, otherwise y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always x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always 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the word 'true'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ternary picks the first value when the condition is true, else the second.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msgs[0]  gives which item? (from week 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the first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the last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 copy of all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none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msgs[0]  gives which item? (from week 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the first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the last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 copy of all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none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Counting starts at zero, so [0] is the first item.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try and catch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try - attempt this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catch - it shouted; here is what the user sees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Without it, failure looks like nothing happening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try / catch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try { } runs code that might fail.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catch (problem) { } runs only if it did - so one broken line does not crash everything.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87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78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79  </a:t>
            </a:r>
            <a:r>
              <a:rPr sz="18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80  </a:t>
            </a:r>
            <a:r>
              <a:rPr sz="18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81  </a:t>
            </a:r>
            <a:r>
              <a:rPr sz="18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82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83  </a:t>
            </a:r>
            <a:r>
              <a:rPr sz="18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84  </a:t>
            </a:r>
            <a:r>
              <a:rPr sz="18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85  </a:t>
            </a:r>
            <a:r>
              <a:rPr sz="18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86  </a:t>
            </a:r>
            <a:r>
              <a:rPr sz="1800">
                <a:solidFill>
                  <a:srgbClr val="6D8C97"/>
                </a:solidFill>
                <a:latin typeface="Consolas"/>
              </a:rPr>
              <a:t>  addLine('Companion', 'thinking...');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87  </a:t>
            </a:r>
            <a:r>
              <a:rPr sz="1800">
                <a:solidFill>
                  <a:srgbClr val="7FE0A0"/>
                </a:solidFill>
                <a:latin typeface="Consolas"/>
              </a:rPr>
              <a:t>  try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try {: run the risky part - asking the AI - and be ready if it fails.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88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78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addLine('Companion',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7FE0A0"/>
                </a:solidFill>
                <a:latin typeface="Consolas"/>
              </a:rPr>
              <a:t>    const reply = await askAI(text);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Ask the AI and wait for the reply.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89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78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addLine('Companion',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7FE0A0"/>
                </a:solidFill>
                <a:latin typeface="Consolas"/>
              </a:rPr>
              <a:t>    chat.lastChild.remove();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Take the 'thinking...' line away.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90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78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addLine('Companion',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  chat.lastChild.remove();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7FE0A0"/>
                </a:solidFill>
                <a:latin typeface="Consolas"/>
              </a:rPr>
              <a:t>    addLine('Companion', reply);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Show the real reply.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91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78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addLine('Companion',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  chat.lastChild.remove();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addLine('Companion', reply);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7FE0A0"/>
                </a:solidFill>
                <a:latin typeface="Consolas"/>
              </a:rPr>
              <a:t>  } catch (problem)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catch (problem) {: this runs only if something above threw.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92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78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addLine('Companion',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  chat.lastChild.remove();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addLine('Companion', reply);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7FE0A0"/>
                </a:solidFill>
                <a:latin typeface="Consolas"/>
              </a:rPr>
              <a:t>    chat.lastChild.remove();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Take the 'thinking...' line away here too.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93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78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addLine('Companion',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  chat.lastChild.remove();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addLine('Companion', reply);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  chat.lastChild.remove();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7FE0A0"/>
                </a:solidFill>
                <a:latin typeface="Consolas"/>
              </a:rPr>
              <a:t>    // 'Failed to fetch' means the request never arrived anywhere at all.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comment: 'Failed to fetch' means the request never arrived at all.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94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78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addLine('Companion',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  chat.lastChild.remove();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addLine('Companion', reply);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  chat.lastChild.remove();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  // 'Failed to fetch' means the request never arrived anywhere at all.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7FE0A0"/>
                </a:solidFill>
                <a:latin typeface="Consolas"/>
              </a:rPr>
              <a:t>    // It is the commonest real failure and the least useful wording there is.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It is the commonest real failure and the least helpful wording there is.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95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78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addLine('Companion',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  chat.lastChild.remove();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addLine('Companion', reply);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  chat.lastChild.remove();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  // 'Failed to fetch' means the request never arrived anywhere at all.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  // It is the commonest real failure and the least useful wording there is.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7FE0A0"/>
                </a:solidFill>
                <a:latin typeface="Consolas"/>
              </a:rPr>
              <a:t>    addLine('Problem', problem.message === 'Failed to fetch'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So if that is the message, show a friendly one instead ...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? : the short 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condition ? A : B gives A when the condition is true, otherwise B.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compact if/else that hands back a value.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96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78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addLine('Companion',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  chat.lastChild.remove();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addLine('Companion', reply);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  chat.lastChild.remove();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  // 'Failed to fetch' means the request never arrived anywhere at all.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  // It is the commonest real failure and the least useful wording there is.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addLine('Problem', problem.message === 'Failed to fetch'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7FE0A0"/>
                </a:solidFill>
                <a:latin typeface="Consolas"/>
              </a:rPr>
              <a:t>      ? 'Could not reach the AI. Are you on the school network?'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... using ? to pick the friendly line when it matches,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97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78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addLine('Companion',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  chat.lastChild.remove();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addLine('Companion', reply);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  chat.lastChild.remove();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  // 'Failed to fetch' means the request never arrived anywhere at all.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  // It is the commonest real failure and the least useful wording there is.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addLine('Problem', problem.message === 'Failed to fetch'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    ? 'Could not reach the AI. Are you on the school network?'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7FE0A0"/>
                </a:solidFill>
                <a:latin typeface="Consolas"/>
              </a:rPr>
              <a:t>      : problem.message);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... and : the real message for anything else.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98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78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addLine('Companion',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  chat.lastChild.remove();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addLine('Companion', reply);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  chat.lastChild.remove();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  // 'Failed to fetch' means the request never arrived anywhere at all.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  // It is the commonest real failure and the least useful wording there is.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addLine('Problem', problem.message === 'Failed to fetch'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    ? 'Could not reach the AI. Are you on the school network?'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    : problem.message);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7FE0A0"/>
                </a:solidFill>
                <a:latin typeface="Consolas"/>
              </a:rPr>
              <a:t> 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catch.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78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7FE0A0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7FE0A0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7FE0A0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7FE0A0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7FE0A0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7FE0A0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7FE0A0"/>
                </a:solidFill>
                <a:latin typeface="Consolas"/>
              </a:rPr>
              <a:t>  addLine('Companion',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7FE0A0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7FE0A0"/>
                </a:solidFill>
                <a:latin typeface="Consolas"/>
              </a:rPr>
              <a:t>    const reply = await askAI(text);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7FE0A0"/>
                </a:solidFill>
                <a:latin typeface="Consolas"/>
              </a:rPr>
              <a:t>    chat.lastChild.remove();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7FE0A0"/>
                </a:solidFill>
                <a:latin typeface="Consolas"/>
              </a:rPr>
              <a:t>    addLine('Companion', reply);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7FE0A0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7FE0A0"/>
                </a:solidFill>
                <a:latin typeface="Consolas"/>
              </a:rPr>
              <a:t>    chat.lastChild.remove();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7FE0A0"/>
                </a:solidFill>
                <a:latin typeface="Consolas"/>
              </a:rPr>
              <a:t>    // 'Failed to fetch' means the request never arrived anywhere at all.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7FE0A0"/>
                </a:solidFill>
                <a:latin typeface="Consolas"/>
              </a:rPr>
              <a:t>    // It is the commonest real failure and the least useful wording there is.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7FE0A0"/>
                </a:solidFill>
                <a:latin typeface="Consolas"/>
              </a:rPr>
              <a:t>    addLine('Problem', problem.message === 'Failed to fetch'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7FE0A0"/>
                </a:solidFill>
                <a:latin typeface="Consolas"/>
              </a:rPr>
              <a:t>      ? 'Could not reach the AI. Are you on the school network?'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7FE0A0"/>
                </a:solidFill>
                <a:latin typeface="Consolas"/>
              </a:rPr>
              <a:t>      : problem.message);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7FE0A0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7FE0A0"/>
                </a:solidFill>
                <a:latin typeface="Consolas"/>
              </a:rPr>
              <a:t>});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line-height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vertical space each line of text takes.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1.5 is one-and-a-half times the font size - easier to read.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line-height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806854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682471" y="2630911"/>
            <a:ext cx="2929006" cy="475488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line-height spaces the lines inside a message.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7FE0A0"/>
                </a:solidFill>
                <a:latin typeface="Consolas"/>
              </a:rPr>
              <a:t>.chat p { margin: 0 0 10px; line-height: 1.5;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Style every &lt;p&gt; inside .chat: space below each message, and line-height 1.5 so wrapped lines breathe.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it fails nicely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Press Run and try to break it - send an empty key, or many messages fast. Instead of a silent freeze you should now see a clear 'Problem:' line explaining what went wrong.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Run it in the classroom, or press Show the output in the web deck.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Everyone's screen should match this.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40 requests a minute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One graphics card, fifteen of you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is a queue, not a punishment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Good software waits politely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