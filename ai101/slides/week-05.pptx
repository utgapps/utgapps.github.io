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fetch does NOT throw when the server says no - a refusal looks just like a success until you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! means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true and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(!res.ok) means 'if the response is NOT ok'.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(!res.ok): run this only when the response is NOT ok (any status that is not a success).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server's explanation of what went wrong.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throw new Error()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and raises a problem with a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Whoever called it can catch that message and show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 askAI and raise that problem as an error, turned into a friendly sentence by explain().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turn a status number into a sentence you can act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function explain that takes the status number and the server's problem.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server usually explains itself better than we can guess.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use its words when it gives any, and fall back to ours when it does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&amp;&amp; means 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&amp;&amp; b is true only when BOTH are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Also handy to check something exists before you use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Reach for the server's own message, if there is one (&amp;&amp; checks each part exists first).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if (said) { return said;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was a message, hand it straight 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401 means the server does not know your key - say so.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429 means you sent too fast - tell them to wait a moment.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Anything else: a generic 'try again', with the number so you can look it 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try { ... } catch (e) { ... }  when does catch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the try code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When the try code hits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try { ... } catch (e) { ... }  when does catch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the try code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When the try code hits an error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only runs if something in try throws an error.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!ok 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ok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ok and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 ok - the opposite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ok or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!ok 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ok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ok and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 ok - the opposite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ok or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a true/false value to its opposite.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cond ? x : y  gives you...?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x if cond is true, otherwise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word 'true'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cond ? x : y  gives you...?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x if cond is true, otherwise 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word 'true'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ternary picks the first value when the condition is true, else the second.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msgs[0]  gives which item? (from week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last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copy of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msgs[0]  gives which item? (from week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first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last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copy of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Counting starts at zero, so [0] is the first item.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/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{ } runs code that might fail.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(problem) { } runs only if it did - so one broken line does not crash everything.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try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try {: run the risky part - asking the AI - and be ready if it fails.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 and wait for the reply.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catch (problem) {: this runs only if something above threw.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 here too.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'Failed to fetch' means the request never arrived at all.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is the commonest real failure and the least helpful wording there is.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if that is the message, show a friendly one instead ...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? : the short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condition ? A : B gives A when the condition is true, otherwise B.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compact if/else that hands back a value.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using ? to pick the friendly line when it matches,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and : the real message for anything else.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catch.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vertical space each line of text takes.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1.5 is one-and-a-half times the font size - easier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line-height spaces the lines inside a message.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every &lt;p&gt; inside .chat: space below each message, and line-height 1.5 so wrapped lines breathe.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fails nicely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try to break it - send an empty key, or many messages fast. Instead of a silent freeze you should now see a clear 'Problem:' line explaining what went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