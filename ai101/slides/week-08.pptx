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4000-character 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Paste three paragraphs. Send.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400 context_length_exceeded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real limit, not a made-up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re-reads everything,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memory on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Longer chat = more work =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4000 characters, whole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 you throw away?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There is no right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Oldest? Shortest? Least interesting?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a trade-off means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apps drop the oldest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shift and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- add to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shift - take from the front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queue, like the lunch 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a limit: 3500 characters. Leave room under the server's 4000 for the personality and your next 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trimHistory()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trimHistory - the job that keeps the conversation short enough to send.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let size = personaBox.value.length;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a value like const (week 2) - but let can be CHANGED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is a lock; let is a dial you can keep turning.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for a running total you add to as you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history.length &gt;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items are in a list, or how many characters in a string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history.length counts messages; text.length counts letters.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compare it with &lt; or === (weeks 2, 5) to make a decision.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(not const) because size will change. Start it at the length of the personality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...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(const message of history)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same steps once for EACH item in a list (week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 becomes each item in turn.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replaces writing the same line out by hand for every item.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for...of runs the next lines once for each message in history.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that message's length to the running total. += means 'add this onto what is already there'.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loop. Now size holds the whole conversation's length.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while (size &gt; MAX_CHARS)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repeating as long as its test stays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(week 2) runs its block once; while runs it again and again.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Here: keep dropping messages UNTIL we are back under the limit.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while keeps looping as long as we are over the limit AND there is more than one exchange left to cut.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.shift()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dropped = history.shift();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the FIRST item of a list and hands it back.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opposite end from .push (week 7), which adds to the LAST.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Dropping the oldest message keeps the chat short enough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shift() removes the FIRST (oldest) message and hands it back.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Subtract its length from the total. -= means 'take this away from'.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Log it, so you can watch the forgetting happen in the console.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while - it loops until we are back under the limit.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trimHistory.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Measure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 before you cut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up every message's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the number climb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decide what to 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Before sending, call trimHistory() to drop old messages if the conversation has grown too long.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forgets on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the console. Send several long messages. Watch 'Forgot an old message...' appear as the oldest lines are dropped to stay under the limit - the chat keeps working instead of failing.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it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 until the Console says it forgot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about the beginning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genuinely does not 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