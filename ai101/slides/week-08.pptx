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4000-character wall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Paste three paragraphs. Send.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400 context_length_exceeded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real limit, not a made-up exercise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re-reads everything, every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 memory on the server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Longer chat = more work = slower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4000 characters, whole conversation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Measure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Count before you cut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 up every message's length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Watch the number climb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decide what to 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76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77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78  </a:t>
            </a:r>
            <a:r>
              <a:rPr sz="1400">
                <a:solidFill>
                  <a:srgbClr val="DCECEF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79  </a:t>
            </a:r>
            <a:r>
              <a:rPr sz="1400">
                <a:solidFill>
                  <a:srgbClr val="DCECEF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80  </a:t>
            </a:r>
            <a:r>
              <a:rPr sz="1400">
                <a:solidFill>
                  <a:srgbClr val="7FE0A0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81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82  </a:t>
            </a:r>
            <a:r>
              <a:rPr sz="1400">
                <a:solidFill>
                  <a:srgbClr val="DCECEF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83  </a:t>
            </a:r>
            <a:r>
              <a:rPr sz="1400">
                <a:solidFill>
                  <a:srgbClr val="DCECEF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84  </a:t>
            </a:r>
            <a:r>
              <a:rPr sz="1400">
                <a:solidFill>
                  <a:srgbClr val="DCECEF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85  </a:t>
            </a:r>
            <a:r>
              <a:rPr sz="1400">
                <a:solidFill>
                  <a:srgbClr val="DCECEF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86  </a:t>
            </a:r>
            <a:r>
              <a:rPr sz="1400">
                <a:solidFill>
                  <a:srgbClr val="DCECEF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87  </a:t>
            </a:r>
            <a:r>
              <a:rPr sz="1400">
                <a:solidFill>
                  <a:srgbClr val="DCECEF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88  </a:t>
            </a:r>
            <a:r>
              <a:rPr sz="1400">
                <a:solidFill>
                  <a:srgbClr val="DCECEF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89  </a:t>
            </a:r>
            <a:r>
              <a:rPr sz="1400">
                <a:solidFill>
                  <a:srgbClr val="DCECEF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90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6: the standing instruction, read before every single reply.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91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92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93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94  </a:t>
            </a:r>
            <a:r>
              <a:rPr sz="1400">
                <a:solidFill>
                  <a:srgbClr val="DCECEF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95  </a:t>
            </a:r>
            <a:r>
              <a:rPr sz="1400">
                <a:solidFill>
                  <a:srgbClr val="DCECEF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96  </a:t>
            </a:r>
            <a:r>
              <a:rPr sz="14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97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98  </a:t>
            </a:r>
            <a:r>
              <a:rPr sz="1400">
                <a:solidFill>
                  <a:srgbClr val="DCECEF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99  </a:t>
            </a:r>
            <a:r>
              <a:rPr sz="1400">
                <a:solidFill>
                  <a:srgbClr val="DCECEF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100  </a:t>
            </a:r>
            <a:r>
              <a:rPr sz="1400">
                <a:solidFill>
                  <a:srgbClr val="DCECEF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101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102  </a:t>
            </a:r>
            <a:r>
              <a:rPr sz="1400">
                <a:solidFill>
                  <a:srgbClr val="DCECEF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103  </a:t>
            </a:r>
            <a:r>
              <a:rPr sz="14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104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105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data = await res.json();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106  </a:t>
            </a:r>
            <a:r>
              <a:rPr sz="1700">
                <a:solidFill>
                  <a:srgbClr val="DCECEF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107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 you throw away?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There is no right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Oldest? Shortest? Least interesting?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what a trade-off means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apps drop the oldest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shift and push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push - add to the back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shift - take from the front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queue, like the lunch line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60  </a:t>
            </a:r>
            <a:r>
              <a:rPr sz="1400">
                <a:solidFill>
                  <a:srgbClr val="7FE0A0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61  </a:t>
            </a:r>
            <a:r>
              <a:rPr sz="1400">
                <a:solidFill>
                  <a:srgbClr val="7FE0A0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62  </a:t>
            </a:r>
            <a:r>
              <a:rPr sz="1400">
                <a:solidFill>
                  <a:srgbClr val="7FE0A0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63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64  </a:t>
            </a:r>
            <a:r>
              <a:rPr sz="1400">
                <a:solidFill>
                  <a:srgbClr val="7FE0A0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65  </a:t>
            </a:r>
            <a:r>
              <a:rPr sz="1400">
                <a:solidFill>
                  <a:srgbClr val="7FE0A0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66  </a:t>
            </a:r>
            <a:r>
              <a:rPr sz="1400">
                <a:solidFill>
                  <a:srgbClr val="7FE0A0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67  </a:t>
            </a:r>
            <a:r>
              <a:rPr sz="1400">
                <a:solidFill>
                  <a:srgbClr val="7FE0A0"/>
                </a:solidFill>
                <a:latin typeface="Consolas"/>
              </a:rPr>
              <a:t>    size += message.content.length;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68  </a:t>
            </a:r>
            <a:r>
              <a:rPr sz="14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69  </a:t>
            </a:r>
            <a:r>
              <a:rPr sz="1400">
                <a:solidFill>
                  <a:srgbClr val="7FE0A0"/>
                </a:solidFill>
                <a:latin typeface="Consolas"/>
              </a:rPr>
              <a:t>  // Drop from the FRONT. The oldest messages matter least - usually.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70  </a:t>
            </a:r>
            <a:r>
              <a:rPr sz="1400">
                <a:solidFill>
                  <a:srgbClr val="7FE0A0"/>
                </a:solidFill>
                <a:latin typeface="Consolas"/>
              </a:rPr>
              <a:t>  while (size &gt; MAX_CHARS &amp;&amp; history.length &gt; 2)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71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dropped = history.shift();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72  </a:t>
            </a:r>
            <a:r>
              <a:rPr sz="1400">
                <a:solidFill>
                  <a:srgbClr val="7FE0A0"/>
                </a:solidFill>
                <a:latin typeface="Consolas"/>
              </a:rPr>
              <a:t>    size -= dropped.content.length;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73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console.log('Forgot an old message to stay under the limit.');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74  </a:t>
            </a:r>
            <a:r>
              <a:rPr sz="17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75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Watch it forget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Chat until the Console says it forgot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Ask about the beginning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genuinely does not know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