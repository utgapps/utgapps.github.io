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4000-character wall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Paste three paragraphs. Send.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400 context_length_exceeded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real limit, not a made-up exercise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re-reads everything, every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memory on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Longer chat = more work = slower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4000 characters, whole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 you throw away?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There is no right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Oldest? Shortest? Least interesting?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a trade-off means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apps drop the oldest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shift and push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- add to the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shift - take from the front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queue, like the lunch 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const MAX_CHARS = 3500;   // leave room for the personality and your next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 a limit: 3500 characters. Leave room under the server's 4000 for the personality and your next 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trimHistory()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trimHistory - the job that keeps the conversation short enough to send.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a value like const does, but let can be CHANGED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it for a running total you keep adding 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.length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items are in a list, or how many characters in a string.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7FE0A0"/>
                </a:solidFill>
                <a:latin typeface="Consolas"/>
              </a:rPr>
              <a:t>  let size = personaBox.value.length;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let (not const) because size will change. Start it at the length of the personality 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... 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same steps once for EACH item in a list.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 becomes each item in turn.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7FE0A0"/>
                </a:solidFill>
                <a:latin typeface="Consolas"/>
              </a:rPr>
              <a:t>  for (const message of history)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for...of runs the next lines once for each message in history.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  size += message.content.length;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that message's length to the running total. += means 'add this onto what is already there'.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loop. Now size holds the whole conversation's length.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repeating as long as its test stays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Here: keep dropping messages until we are back under the limit.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(size &gt; MAX_CHARS &amp;&amp; history.length &gt; 2)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while keeps looping as long as we are over the limit AND there is more than one exchange left to cut.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.shift()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the FIRST item of an array and hands it back.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oldest message leaves the list.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dropped = history.shift();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shift() removes the FIRST (oldest) message and hands it back.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size -= dropped.content.length;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Subtract its length from the total. -= means 'take this away from'.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console.log('Forgot an old message to stay under the limit.');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Log it, so you can watch the forgetting happen in the console.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console.log('Forgot an old message to stay under the limit.');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while - it loops until we are back under the limit.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console.log('Forgot an old message to stay under the limit.');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trimHistory.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console.log('Forgot an old message to stay under the limit.');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Measure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Count before you cut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 up every message's length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the number climb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decide what to do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Before sending, call trimHistory() to drop old messages if the conversation has grown too long.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forgets on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open the console. Send several long messages. Watch 'Forgot an old message...' appear as the oldest lines are dropped to stay under the limit - the chat keeps working instead of failing.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Watch it forget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 until the Console says it forgot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about the beginning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genuinely does not know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