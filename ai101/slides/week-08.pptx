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4000-character 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Paste three paragraphs. Send.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400 context_length_exceeded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real limit, not a made-up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re-reads everything,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memory on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Longer chat = more work =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4000 characters, whole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Measure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 before you cut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up every message's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the number climb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decide what to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98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 you throw away?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There is no right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Oldest? Shortest? Least interesting?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a trade-off means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apps drop the oldest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shift and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- add to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shift - take from the front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queue, like the lunch 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7FE0A0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7FE0A0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66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67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it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 until the Console says it forgot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about the beginning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genuinely does not 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