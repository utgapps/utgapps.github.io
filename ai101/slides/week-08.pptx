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The 4000-character wall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Paste three paragraphs. Send.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400 context_length_exceeded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real limit, not a made-up exercise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It re-reads everything, every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No memory on the server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Longer chat = more work = slower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4000 characters, whole conversation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 you throw away?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There is no right answer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Oldest? Shortest? Least interesting?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That is what a trade-off means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Most apps drop the oldest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shift and push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push - add to the back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shift - take from the front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queue, like the lunch 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62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60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8: the server reads at most 4000 characters of conversation at once.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61  </a:t>
            </a:r>
            <a:r>
              <a:rPr sz="1800">
                <a:solidFill>
                  <a:srgbClr val="6D8C97"/>
                </a:solidFill>
                <a:latin typeface="Consolas"/>
              </a:rPr>
              <a:t>// Past that it refuses the whole request, so old messages have to go.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62  </a:t>
            </a:r>
            <a:r>
              <a:rPr sz="1800">
                <a:solidFill>
                  <a:srgbClr val="7FE0A0"/>
                </a:solidFill>
                <a:latin typeface="Consolas"/>
              </a:rPr>
              <a:t>const MAX_CHARS = 3500;   // leave room for the personality and your next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Set a limit: 3500 characters. Leave room under the server's 4000 for the personality and your next 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64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60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8: the server reads at most 4000 characters of conversation at once.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61  </a:t>
            </a:r>
            <a:r>
              <a:rPr sz="1800">
                <a:solidFill>
                  <a:srgbClr val="6D8C97"/>
                </a:solidFill>
                <a:latin typeface="Consolas"/>
              </a:rPr>
              <a:t>// Past that it refuses the whole request, so old messages have to go.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62  </a:t>
            </a:r>
            <a:r>
              <a:rPr sz="1800">
                <a:solidFill>
                  <a:srgbClr val="6D8C97"/>
                </a:solidFill>
                <a:latin typeface="Consolas"/>
              </a:rPr>
              <a:t>const MAX_CHARS = 3500;   // leave room for the personality and your next line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63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64  </a:t>
            </a:r>
            <a:r>
              <a:rPr sz="1800">
                <a:solidFill>
                  <a:srgbClr val="7FE0A0"/>
                </a:solidFill>
                <a:latin typeface="Consolas"/>
              </a:rPr>
              <a:t>function trimHistory()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Start trimHistory - the job that keeps the conversation short enough to send.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let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let size = personaBox.value.length;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Names a value like const (week 2) - but let can be CHANGED later.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const is a lock; let is a dial you can keep turning.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Use it for a running total you add to as you go.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.length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history.length &gt; 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How many items are in a list, or how many characters in a string (week 1).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history.length counts messages; text.length counts letters.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You compare it with &lt; or === (weeks 2, 5) to make a decision.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65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60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8: the server reads at most 4000 characters of conversation at once.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61  </a:t>
            </a:r>
            <a:r>
              <a:rPr sz="1800">
                <a:solidFill>
                  <a:srgbClr val="6D8C97"/>
                </a:solidFill>
                <a:latin typeface="Consolas"/>
              </a:rPr>
              <a:t>// Past that it refuses the whole request, so old messages have to go.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62  </a:t>
            </a:r>
            <a:r>
              <a:rPr sz="1800">
                <a:solidFill>
                  <a:srgbClr val="6D8C97"/>
                </a:solidFill>
                <a:latin typeface="Consolas"/>
              </a:rPr>
              <a:t>const MAX_CHARS = 3500;   // leave room for the personality and your next line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63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64  </a:t>
            </a:r>
            <a:r>
              <a:rPr sz="1800">
                <a:solidFill>
                  <a:srgbClr val="6D8C97"/>
                </a:solidFill>
                <a:latin typeface="Consolas"/>
              </a:rPr>
              <a:t>function trimHistory()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65  </a:t>
            </a:r>
            <a:r>
              <a:rPr sz="1800">
                <a:solidFill>
                  <a:srgbClr val="7FE0A0"/>
                </a:solidFill>
                <a:latin typeface="Consolas"/>
              </a:rPr>
              <a:t>  let size = personaBox.value.length;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let (not const) because size will change. Start it at the length of the personality text.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for ... 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for (const message of history) { ... }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Runs the same steps once for EACH item in a list (week 4).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message becomes each item in turn.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replaces writing the same line out by hand for every item.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66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60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8: the server reads at most 4000 characters of conversation at once.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61  </a:t>
            </a:r>
            <a:r>
              <a:rPr sz="1800">
                <a:solidFill>
                  <a:srgbClr val="6D8C97"/>
                </a:solidFill>
                <a:latin typeface="Consolas"/>
              </a:rPr>
              <a:t>// Past that it refuses the whole request, so old messages have to go.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62  </a:t>
            </a:r>
            <a:r>
              <a:rPr sz="1800">
                <a:solidFill>
                  <a:srgbClr val="6D8C97"/>
                </a:solidFill>
                <a:latin typeface="Consolas"/>
              </a:rPr>
              <a:t>const MAX_CHARS = 3500;   // leave room for the personality and your next line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63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64  </a:t>
            </a:r>
            <a:r>
              <a:rPr sz="1800">
                <a:solidFill>
                  <a:srgbClr val="6D8C97"/>
                </a:solidFill>
                <a:latin typeface="Consolas"/>
              </a:rPr>
              <a:t>function trimHistory()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65  </a:t>
            </a:r>
            <a:r>
              <a:rPr sz="1800">
                <a:solidFill>
                  <a:srgbClr val="6D8C97"/>
                </a:solidFill>
                <a:latin typeface="Consolas"/>
              </a:rPr>
              <a:t>  let size = personaBox.value.length;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66  </a:t>
            </a:r>
            <a:r>
              <a:rPr sz="1800">
                <a:solidFill>
                  <a:srgbClr val="7FE0A0"/>
                </a:solidFill>
                <a:latin typeface="Consolas"/>
              </a:rPr>
              <a:t>  for (const message of history)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for...of runs the next lines once for each message in history.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67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60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8: the server reads at most 4000 characters of conversation at once.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61  </a:t>
            </a:r>
            <a:r>
              <a:rPr sz="1800">
                <a:solidFill>
                  <a:srgbClr val="6D8C97"/>
                </a:solidFill>
                <a:latin typeface="Consolas"/>
              </a:rPr>
              <a:t>// Past that it refuses the whole request, so old messages have to go.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62  </a:t>
            </a:r>
            <a:r>
              <a:rPr sz="1800">
                <a:solidFill>
                  <a:srgbClr val="6D8C97"/>
                </a:solidFill>
                <a:latin typeface="Consolas"/>
              </a:rPr>
              <a:t>const MAX_CHARS = 3500;   // leave room for the personality and your next line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63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64  </a:t>
            </a:r>
            <a:r>
              <a:rPr sz="1800">
                <a:solidFill>
                  <a:srgbClr val="6D8C97"/>
                </a:solidFill>
                <a:latin typeface="Consolas"/>
              </a:rPr>
              <a:t>function trimHistory()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65  </a:t>
            </a:r>
            <a:r>
              <a:rPr sz="1800">
                <a:solidFill>
                  <a:srgbClr val="6D8C97"/>
                </a:solidFill>
                <a:latin typeface="Consolas"/>
              </a:rPr>
              <a:t>  let size = personaBox.value.length;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66  </a:t>
            </a:r>
            <a:r>
              <a:rPr sz="1800">
                <a:solidFill>
                  <a:srgbClr val="6D8C97"/>
                </a:solidFill>
                <a:latin typeface="Consolas"/>
              </a:rPr>
              <a:t>  for (const message of history)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67  </a:t>
            </a:r>
            <a:r>
              <a:rPr sz="1800">
                <a:solidFill>
                  <a:srgbClr val="7FE0A0"/>
                </a:solidFill>
                <a:latin typeface="Consolas"/>
              </a:rPr>
              <a:t>    size += message.content.length;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Add that message's length to the running total. += means 'add this onto what is already there'.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68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60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8: the server reads at most 4000 characters of conversation at once.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61  </a:t>
            </a:r>
            <a:r>
              <a:rPr sz="1800">
                <a:solidFill>
                  <a:srgbClr val="6D8C97"/>
                </a:solidFill>
                <a:latin typeface="Consolas"/>
              </a:rPr>
              <a:t>// Past that it refuses the whole request, so old messages have to go.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62  </a:t>
            </a:r>
            <a:r>
              <a:rPr sz="1800">
                <a:solidFill>
                  <a:srgbClr val="6D8C97"/>
                </a:solidFill>
                <a:latin typeface="Consolas"/>
              </a:rPr>
              <a:t>const MAX_CHARS = 3500;   // leave room for the personality and your next line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63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64  </a:t>
            </a:r>
            <a:r>
              <a:rPr sz="1800">
                <a:solidFill>
                  <a:srgbClr val="6D8C97"/>
                </a:solidFill>
                <a:latin typeface="Consolas"/>
              </a:rPr>
              <a:t>function trimHistory()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65  </a:t>
            </a:r>
            <a:r>
              <a:rPr sz="1800">
                <a:solidFill>
                  <a:srgbClr val="6D8C97"/>
                </a:solidFill>
                <a:latin typeface="Consolas"/>
              </a:rPr>
              <a:t>  let size = personaBox.value.length;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66  </a:t>
            </a:r>
            <a:r>
              <a:rPr sz="1800">
                <a:solidFill>
                  <a:srgbClr val="6D8C97"/>
                </a:solidFill>
                <a:latin typeface="Consolas"/>
              </a:rPr>
              <a:t>  for (const message of history)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67  </a:t>
            </a:r>
            <a:r>
              <a:rPr sz="1800">
                <a:solidFill>
                  <a:srgbClr val="6D8C97"/>
                </a:solidFill>
                <a:latin typeface="Consolas"/>
              </a:rPr>
              <a:t>    size += message.content.length;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68  </a:t>
            </a:r>
            <a:r>
              <a:rPr sz="1800">
                <a:solidFill>
                  <a:srgbClr val="7FE0A0"/>
                </a:solidFill>
                <a:latin typeface="Consolas"/>
              </a:rPr>
              <a:t>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loop. Now size holds the whole conversation's length.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while (size &gt; MAX_CHARS) { ... }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Keeps repeating as long as its test stays true.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if (week 2) runs its block once; while runs it again and again.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Here: keep dropping messages UNTIL we are back under the limit.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8: the server reads at most 4000 characters of conversation at once.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61  </a:t>
            </a:r>
            <a:r>
              <a:rPr sz="1300">
                <a:solidFill>
                  <a:srgbClr val="6D8C97"/>
                </a:solidFill>
                <a:latin typeface="Consolas"/>
              </a:rPr>
              <a:t>// Past that it refuses the whole request, so old messages have to go.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62  </a:t>
            </a:r>
            <a:r>
              <a:rPr sz="1300">
                <a:solidFill>
                  <a:srgbClr val="6D8C97"/>
                </a:solidFill>
                <a:latin typeface="Consolas"/>
              </a:rPr>
              <a:t>const MAX_CHARS = 3500;   // leave room for the personality and your next line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63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64  </a:t>
            </a:r>
            <a:r>
              <a:rPr sz="1300">
                <a:solidFill>
                  <a:srgbClr val="6D8C97"/>
                </a:solidFill>
                <a:latin typeface="Consolas"/>
              </a:rPr>
              <a:t>function trimHistory()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65  </a:t>
            </a:r>
            <a:r>
              <a:rPr sz="1300">
                <a:solidFill>
                  <a:srgbClr val="6D8C97"/>
                </a:solidFill>
                <a:latin typeface="Consolas"/>
              </a:rPr>
              <a:t>  let size = personaBox.value.length;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66  </a:t>
            </a:r>
            <a:r>
              <a:rPr sz="1300">
                <a:solidFill>
                  <a:srgbClr val="6D8C97"/>
                </a:solidFill>
                <a:latin typeface="Consolas"/>
              </a:rPr>
              <a:t>  for (const message of history)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67  </a:t>
            </a:r>
            <a:r>
              <a:rPr sz="1300">
                <a:solidFill>
                  <a:srgbClr val="6D8C97"/>
                </a:solidFill>
                <a:latin typeface="Consolas"/>
              </a:rPr>
              <a:t>    size += message.content.length;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68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69  </a:t>
            </a:r>
            <a:r>
              <a:rPr sz="1300">
                <a:solidFill>
                  <a:srgbClr val="6D8C97"/>
                </a:solidFill>
                <a:latin typeface="Consolas"/>
              </a:rPr>
              <a:t>  // Drop from the FRONT. The oldest messages matter least - usually.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70  </a:t>
            </a:r>
            <a:r>
              <a:rPr sz="1300">
                <a:solidFill>
                  <a:srgbClr val="7FE0A0"/>
                </a:solidFill>
                <a:latin typeface="Consolas"/>
              </a:rPr>
              <a:t>  while (size &gt; MAX_CHARS &amp;&amp; history.length &gt; 2)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while keeps looping as long as we are over the limit AND there is more than one exchange left to cut.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.shift()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const dropped = history.shift();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Removes the FIRST item of a list and hands it back.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opposite end from .push (week 7), which adds to the LAST.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Dropping the oldest message keeps the chat short enough to send.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71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8: the server reads at most 4000 characters of conversation at once.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61  </a:t>
            </a:r>
            <a:r>
              <a:rPr sz="1300">
                <a:solidFill>
                  <a:srgbClr val="6D8C97"/>
                </a:solidFill>
                <a:latin typeface="Consolas"/>
              </a:rPr>
              <a:t>// Past that it refuses the whole request, so old messages have to go.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62  </a:t>
            </a:r>
            <a:r>
              <a:rPr sz="1300">
                <a:solidFill>
                  <a:srgbClr val="6D8C97"/>
                </a:solidFill>
                <a:latin typeface="Consolas"/>
              </a:rPr>
              <a:t>const MAX_CHARS = 3500;   // leave room for the personality and your next line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63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64  </a:t>
            </a:r>
            <a:r>
              <a:rPr sz="1300">
                <a:solidFill>
                  <a:srgbClr val="6D8C97"/>
                </a:solidFill>
                <a:latin typeface="Consolas"/>
              </a:rPr>
              <a:t>function trimHistory()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65  </a:t>
            </a:r>
            <a:r>
              <a:rPr sz="1300">
                <a:solidFill>
                  <a:srgbClr val="6D8C97"/>
                </a:solidFill>
                <a:latin typeface="Consolas"/>
              </a:rPr>
              <a:t>  let size = personaBox.value.length;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66  </a:t>
            </a:r>
            <a:r>
              <a:rPr sz="1300">
                <a:solidFill>
                  <a:srgbClr val="6D8C97"/>
                </a:solidFill>
                <a:latin typeface="Consolas"/>
              </a:rPr>
              <a:t>  for (const message of history)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67  </a:t>
            </a:r>
            <a:r>
              <a:rPr sz="1300">
                <a:solidFill>
                  <a:srgbClr val="6D8C97"/>
                </a:solidFill>
                <a:latin typeface="Consolas"/>
              </a:rPr>
              <a:t>    size += message.content.length;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68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69  </a:t>
            </a:r>
            <a:r>
              <a:rPr sz="1300">
                <a:solidFill>
                  <a:srgbClr val="6D8C97"/>
                </a:solidFill>
                <a:latin typeface="Consolas"/>
              </a:rPr>
              <a:t>  // Drop from the FRONT. The oldest messages matter least - usually.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70  </a:t>
            </a:r>
            <a:r>
              <a:rPr sz="1300">
                <a:solidFill>
                  <a:srgbClr val="6D8C97"/>
                </a:solidFill>
                <a:latin typeface="Consolas"/>
              </a:rPr>
              <a:t>  while (size &gt; MAX_CHARS &amp;&amp; history.length &gt; 2)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71  </a:t>
            </a:r>
            <a:r>
              <a:rPr sz="1300">
                <a:solidFill>
                  <a:srgbClr val="7FE0A0"/>
                </a:solidFill>
                <a:latin typeface="Consolas"/>
              </a:rPr>
              <a:t>    const dropped = history.shift();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shift() removes the FIRST (oldest) message and hands it back.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72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8: the server reads at most 4000 characters of conversation at once.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61  </a:t>
            </a:r>
            <a:r>
              <a:rPr sz="1300">
                <a:solidFill>
                  <a:srgbClr val="6D8C97"/>
                </a:solidFill>
                <a:latin typeface="Consolas"/>
              </a:rPr>
              <a:t>// Past that it refuses the whole request, so old messages have to go.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62  </a:t>
            </a:r>
            <a:r>
              <a:rPr sz="1300">
                <a:solidFill>
                  <a:srgbClr val="6D8C97"/>
                </a:solidFill>
                <a:latin typeface="Consolas"/>
              </a:rPr>
              <a:t>const MAX_CHARS = 3500;   // leave room for the personality and your next line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63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64  </a:t>
            </a:r>
            <a:r>
              <a:rPr sz="1300">
                <a:solidFill>
                  <a:srgbClr val="6D8C97"/>
                </a:solidFill>
                <a:latin typeface="Consolas"/>
              </a:rPr>
              <a:t>function trimHistory()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65  </a:t>
            </a:r>
            <a:r>
              <a:rPr sz="1300">
                <a:solidFill>
                  <a:srgbClr val="6D8C97"/>
                </a:solidFill>
                <a:latin typeface="Consolas"/>
              </a:rPr>
              <a:t>  let size = personaBox.value.length;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66  </a:t>
            </a:r>
            <a:r>
              <a:rPr sz="1300">
                <a:solidFill>
                  <a:srgbClr val="6D8C97"/>
                </a:solidFill>
                <a:latin typeface="Consolas"/>
              </a:rPr>
              <a:t>  for (const message of history)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67  </a:t>
            </a:r>
            <a:r>
              <a:rPr sz="1300">
                <a:solidFill>
                  <a:srgbClr val="6D8C97"/>
                </a:solidFill>
                <a:latin typeface="Consolas"/>
              </a:rPr>
              <a:t>    size += message.content.length;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68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69  </a:t>
            </a:r>
            <a:r>
              <a:rPr sz="1300">
                <a:solidFill>
                  <a:srgbClr val="6D8C97"/>
                </a:solidFill>
                <a:latin typeface="Consolas"/>
              </a:rPr>
              <a:t>  // Drop from the FRONT. The oldest messages matter least - usually.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70  </a:t>
            </a:r>
            <a:r>
              <a:rPr sz="1300">
                <a:solidFill>
                  <a:srgbClr val="6D8C97"/>
                </a:solidFill>
                <a:latin typeface="Consolas"/>
              </a:rPr>
              <a:t>  while (size &gt; MAX_CHARS &amp;&amp; history.length &gt; 2)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71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dropped = history.shift();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72  </a:t>
            </a:r>
            <a:r>
              <a:rPr sz="1300">
                <a:solidFill>
                  <a:srgbClr val="7FE0A0"/>
                </a:solidFill>
                <a:latin typeface="Consolas"/>
              </a:rPr>
              <a:t>    size -= dropped.content.length;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Subtract its length from the total. -= means 'take this away from'.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73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8: the server reads at most 4000 characters of conversation at once.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61  </a:t>
            </a:r>
            <a:r>
              <a:rPr sz="1300">
                <a:solidFill>
                  <a:srgbClr val="6D8C97"/>
                </a:solidFill>
                <a:latin typeface="Consolas"/>
              </a:rPr>
              <a:t>// Past that it refuses the whole request, so old messages have to go.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62  </a:t>
            </a:r>
            <a:r>
              <a:rPr sz="1300">
                <a:solidFill>
                  <a:srgbClr val="6D8C97"/>
                </a:solidFill>
                <a:latin typeface="Consolas"/>
              </a:rPr>
              <a:t>const MAX_CHARS = 3500;   // leave room for the personality and your next line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63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64  </a:t>
            </a:r>
            <a:r>
              <a:rPr sz="1300">
                <a:solidFill>
                  <a:srgbClr val="6D8C97"/>
                </a:solidFill>
                <a:latin typeface="Consolas"/>
              </a:rPr>
              <a:t>function trimHistory()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65  </a:t>
            </a:r>
            <a:r>
              <a:rPr sz="1300">
                <a:solidFill>
                  <a:srgbClr val="6D8C97"/>
                </a:solidFill>
                <a:latin typeface="Consolas"/>
              </a:rPr>
              <a:t>  let size = personaBox.value.length;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66  </a:t>
            </a:r>
            <a:r>
              <a:rPr sz="1300">
                <a:solidFill>
                  <a:srgbClr val="6D8C97"/>
                </a:solidFill>
                <a:latin typeface="Consolas"/>
              </a:rPr>
              <a:t>  for (const message of history)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67  </a:t>
            </a:r>
            <a:r>
              <a:rPr sz="1300">
                <a:solidFill>
                  <a:srgbClr val="6D8C97"/>
                </a:solidFill>
                <a:latin typeface="Consolas"/>
              </a:rPr>
              <a:t>    size += message.content.length;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68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69  </a:t>
            </a:r>
            <a:r>
              <a:rPr sz="1300">
                <a:solidFill>
                  <a:srgbClr val="6D8C97"/>
                </a:solidFill>
                <a:latin typeface="Consolas"/>
              </a:rPr>
              <a:t>  // Drop from the FRONT. The oldest messages matter least - usually.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70  </a:t>
            </a:r>
            <a:r>
              <a:rPr sz="1300">
                <a:solidFill>
                  <a:srgbClr val="6D8C97"/>
                </a:solidFill>
                <a:latin typeface="Consolas"/>
              </a:rPr>
              <a:t>  while (size &gt; MAX_CHARS &amp;&amp; history.length &gt; 2)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71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dropped = history.shift();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72  </a:t>
            </a:r>
            <a:r>
              <a:rPr sz="1300">
                <a:solidFill>
                  <a:srgbClr val="6D8C97"/>
                </a:solidFill>
                <a:latin typeface="Consolas"/>
              </a:rPr>
              <a:t>    size -= dropped.content.length;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73  </a:t>
            </a:r>
            <a:r>
              <a:rPr sz="1300">
                <a:solidFill>
                  <a:srgbClr val="7FE0A0"/>
                </a:solidFill>
                <a:latin typeface="Consolas"/>
              </a:rPr>
              <a:t>    console.log('Forgot an old message to stay under the limit.');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Log it, so you can watch the forgetting happen in the console.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74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8: the server reads at most 4000 characters of conversation at once.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61  </a:t>
            </a:r>
            <a:r>
              <a:rPr sz="1300">
                <a:solidFill>
                  <a:srgbClr val="6D8C97"/>
                </a:solidFill>
                <a:latin typeface="Consolas"/>
              </a:rPr>
              <a:t>// Past that it refuses the whole request, so old messages have to go.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62  </a:t>
            </a:r>
            <a:r>
              <a:rPr sz="1300">
                <a:solidFill>
                  <a:srgbClr val="6D8C97"/>
                </a:solidFill>
                <a:latin typeface="Consolas"/>
              </a:rPr>
              <a:t>const MAX_CHARS = 3500;   // leave room for the personality and your next line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63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64  </a:t>
            </a:r>
            <a:r>
              <a:rPr sz="1300">
                <a:solidFill>
                  <a:srgbClr val="6D8C97"/>
                </a:solidFill>
                <a:latin typeface="Consolas"/>
              </a:rPr>
              <a:t>function trimHistory()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65  </a:t>
            </a:r>
            <a:r>
              <a:rPr sz="1300">
                <a:solidFill>
                  <a:srgbClr val="6D8C97"/>
                </a:solidFill>
                <a:latin typeface="Consolas"/>
              </a:rPr>
              <a:t>  let size = personaBox.value.length;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66  </a:t>
            </a:r>
            <a:r>
              <a:rPr sz="1300">
                <a:solidFill>
                  <a:srgbClr val="6D8C97"/>
                </a:solidFill>
                <a:latin typeface="Consolas"/>
              </a:rPr>
              <a:t>  for (const message of history)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67  </a:t>
            </a:r>
            <a:r>
              <a:rPr sz="1300">
                <a:solidFill>
                  <a:srgbClr val="6D8C97"/>
                </a:solidFill>
                <a:latin typeface="Consolas"/>
              </a:rPr>
              <a:t>    size += message.content.length;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68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69  </a:t>
            </a:r>
            <a:r>
              <a:rPr sz="1300">
                <a:solidFill>
                  <a:srgbClr val="6D8C97"/>
                </a:solidFill>
                <a:latin typeface="Consolas"/>
              </a:rPr>
              <a:t>  // Drop from the FRONT. The oldest messages matter least - usually.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70  </a:t>
            </a:r>
            <a:r>
              <a:rPr sz="1300">
                <a:solidFill>
                  <a:srgbClr val="6D8C97"/>
                </a:solidFill>
                <a:latin typeface="Consolas"/>
              </a:rPr>
              <a:t>  while (size &gt; MAX_CHARS &amp;&amp; history.length &gt; 2)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71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dropped = history.shift();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72  </a:t>
            </a:r>
            <a:r>
              <a:rPr sz="1300">
                <a:solidFill>
                  <a:srgbClr val="6D8C97"/>
                </a:solidFill>
                <a:latin typeface="Consolas"/>
              </a:rPr>
              <a:t>    size -= dropped.content.length;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73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console.log('Forgot an old message to stay under the limit.');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74  </a:t>
            </a:r>
            <a:r>
              <a:rPr sz="1300">
                <a:solidFill>
                  <a:srgbClr val="7FE0A0"/>
                </a:solidFill>
                <a:latin typeface="Consolas"/>
              </a:rPr>
              <a:t>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while - it loops until we are back under the limit.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75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60  </a:t>
            </a:r>
            <a:r>
              <a:rPr sz="1300">
                <a:solidFill>
                  <a:srgbClr val="6D8C97"/>
                </a:solidFill>
                <a:latin typeface="Consolas"/>
              </a:rPr>
              <a:t>// Week 8: the server reads at most 4000 characters of conversation at once.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61  </a:t>
            </a:r>
            <a:r>
              <a:rPr sz="1300">
                <a:solidFill>
                  <a:srgbClr val="6D8C97"/>
                </a:solidFill>
                <a:latin typeface="Consolas"/>
              </a:rPr>
              <a:t>// Past that it refuses the whole request, so old messages have to go.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62  </a:t>
            </a:r>
            <a:r>
              <a:rPr sz="1300">
                <a:solidFill>
                  <a:srgbClr val="6D8C97"/>
                </a:solidFill>
                <a:latin typeface="Consolas"/>
              </a:rPr>
              <a:t>const MAX_CHARS = 3500;   // leave room for the personality and your next line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63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64  </a:t>
            </a:r>
            <a:r>
              <a:rPr sz="1300">
                <a:solidFill>
                  <a:srgbClr val="6D8C97"/>
                </a:solidFill>
                <a:latin typeface="Consolas"/>
              </a:rPr>
              <a:t>function trimHistory()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65  </a:t>
            </a:r>
            <a:r>
              <a:rPr sz="1300">
                <a:solidFill>
                  <a:srgbClr val="6D8C97"/>
                </a:solidFill>
                <a:latin typeface="Consolas"/>
              </a:rPr>
              <a:t>  let size = personaBox.value.length;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66  </a:t>
            </a:r>
            <a:r>
              <a:rPr sz="1300">
                <a:solidFill>
                  <a:srgbClr val="6D8C97"/>
                </a:solidFill>
                <a:latin typeface="Consolas"/>
              </a:rPr>
              <a:t>  for (const message of history)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67  </a:t>
            </a:r>
            <a:r>
              <a:rPr sz="1300">
                <a:solidFill>
                  <a:srgbClr val="6D8C97"/>
                </a:solidFill>
                <a:latin typeface="Consolas"/>
              </a:rPr>
              <a:t>    size += message.content.length;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68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69  </a:t>
            </a:r>
            <a:r>
              <a:rPr sz="1300">
                <a:solidFill>
                  <a:srgbClr val="6D8C97"/>
                </a:solidFill>
                <a:latin typeface="Consolas"/>
              </a:rPr>
              <a:t>  // Drop from the FRONT. The oldest messages matter least - usually.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70  </a:t>
            </a:r>
            <a:r>
              <a:rPr sz="1300">
                <a:solidFill>
                  <a:srgbClr val="6D8C97"/>
                </a:solidFill>
                <a:latin typeface="Consolas"/>
              </a:rPr>
              <a:t>  while (size &gt; MAX_CHARS &amp;&amp; history.length &gt; 2)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71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const dropped = history.shift();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72  </a:t>
            </a:r>
            <a:r>
              <a:rPr sz="1300">
                <a:solidFill>
                  <a:srgbClr val="6D8C97"/>
                </a:solidFill>
                <a:latin typeface="Consolas"/>
              </a:rPr>
              <a:t>    size -= dropped.content.length;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73  </a:t>
            </a:r>
            <a:r>
              <a:rPr sz="1300">
                <a:solidFill>
                  <a:srgbClr val="6D8C97"/>
                </a:solidFill>
                <a:latin typeface="Consolas"/>
              </a:rPr>
              <a:t>    console.log('Forgot an old message to stay under the limit.');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74  </a:t>
            </a:r>
            <a:r>
              <a:rPr sz="1300">
                <a:solidFill>
                  <a:srgbClr val="6D8C97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75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trimHistory.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script.js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59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60  </a:t>
            </a:r>
            <a:r>
              <a:rPr sz="1300">
                <a:solidFill>
                  <a:srgbClr val="7FE0A0"/>
                </a:solidFill>
                <a:latin typeface="Consolas"/>
              </a:rPr>
              <a:t>// Week 8: the server reads at most 4000 characters of conversation at once.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61  </a:t>
            </a:r>
            <a:r>
              <a:rPr sz="1300">
                <a:solidFill>
                  <a:srgbClr val="7FE0A0"/>
                </a:solidFill>
                <a:latin typeface="Consolas"/>
              </a:rPr>
              <a:t>// Past that it refuses the whole request, so old messages have to go.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62  </a:t>
            </a:r>
            <a:r>
              <a:rPr sz="1300">
                <a:solidFill>
                  <a:srgbClr val="7FE0A0"/>
                </a:solidFill>
                <a:latin typeface="Consolas"/>
              </a:rPr>
              <a:t>const MAX_CHARS = 3500;   // leave room for the personality and your next line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63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64  </a:t>
            </a:r>
            <a:r>
              <a:rPr sz="1300">
                <a:solidFill>
                  <a:srgbClr val="7FE0A0"/>
                </a:solidFill>
                <a:latin typeface="Consolas"/>
              </a:rPr>
              <a:t>function trimHistory()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65  </a:t>
            </a:r>
            <a:r>
              <a:rPr sz="1300">
                <a:solidFill>
                  <a:srgbClr val="7FE0A0"/>
                </a:solidFill>
                <a:latin typeface="Consolas"/>
              </a:rPr>
              <a:t>  let size = personaBox.value.length;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66  </a:t>
            </a:r>
            <a:r>
              <a:rPr sz="1300">
                <a:solidFill>
                  <a:srgbClr val="7FE0A0"/>
                </a:solidFill>
                <a:latin typeface="Consolas"/>
              </a:rPr>
              <a:t>  for (const message of history)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67  </a:t>
            </a:r>
            <a:r>
              <a:rPr sz="1300">
                <a:solidFill>
                  <a:srgbClr val="7FE0A0"/>
                </a:solidFill>
                <a:latin typeface="Consolas"/>
              </a:rPr>
              <a:t>    size += message.content.length;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68  </a:t>
            </a:r>
            <a:r>
              <a:rPr sz="1300">
                <a:solidFill>
                  <a:srgbClr val="7FE0A0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69  </a:t>
            </a:r>
            <a:r>
              <a:rPr sz="1300">
                <a:solidFill>
                  <a:srgbClr val="7FE0A0"/>
                </a:solidFill>
                <a:latin typeface="Consolas"/>
              </a:rPr>
              <a:t>  // Drop from the FRONT. The oldest messages matter least - usually.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70  </a:t>
            </a:r>
            <a:r>
              <a:rPr sz="1300">
                <a:solidFill>
                  <a:srgbClr val="7FE0A0"/>
                </a:solidFill>
                <a:latin typeface="Consolas"/>
              </a:rPr>
              <a:t>  while (size &gt; MAX_CHARS &amp;&amp; history.length &gt; 2)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71  </a:t>
            </a:r>
            <a:r>
              <a:rPr sz="1300">
                <a:solidFill>
                  <a:srgbClr val="7FE0A0"/>
                </a:solidFill>
                <a:latin typeface="Consolas"/>
              </a:rPr>
              <a:t>    const dropped = history.shift();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72  </a:t>
            </a:r>
            <a:r>
              <a:rPr sz="1300">
                <a:solidFill>
                  <a:srgbClr val="7FE0A0"/>
                </a:solidFill>
                <a:latin typeface="Consolas"/>
              </a:rPr>
              <a:t>    size -= dropped.content.length;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73  </a:t>
            </a:r>
            <a:r>
              <a:rPr sz="1300">
                <a:solidFill>
                  <a:srgbClr val="7FE0A0"/>
                </a:solidFill>
                <a:latin typeface="Consolas"/>
              </a:rPr>
              <a:t>    console.log('Forgot an old message to stay under the limit.');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74  </a:t>
            </a:r>
            <a:r>
              <a:rPr sz="1300">
                <a:solidFill>
                  <a:srgbClr val="7FE0A0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75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arr.length  tells you...?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first item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last item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total colour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how many items are in the list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arr.length  tells you...?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first item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last item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total colour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how many items are in the list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.length is the count of items in the array.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for (const m of history)  visits...?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each item in history, one by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only the first item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just the length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nothing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for (const m of history)  visits...?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each item in history, one by one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only the first item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just the length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nothing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for...of walks through every item in the list in turn.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history.shift()  removes which item?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last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first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random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all of them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history.shift()  removes which item?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last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first one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random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all of them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.shift drops the item at the FRONT of the list.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history.push(x)  adds x...? (from week 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the start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nowhere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the end of the list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as a CSS class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history.push(x)  adds x...? (from week 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the start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nowhere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the end of the list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as a CSS class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.push always adds onto the end - the opposite end from .shift.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Measure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Count before you cut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Add up every message's length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Watch the number climb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Then decide what to do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76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77  </a:t>
            </a:r>
            <a:r>
              <a:rPr sz="1800">
                <a:solidFill>
                  <a:srgbClr val="6D8C97"/>
                </a:solidFill>
                <a:latin typeface="Consolas"/>
              </a:rPr>
              <a:t>// Week 4: ask the AI a real question.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78  </a:t>
            </a:r>
            <a:r>
              <a:rPr sz="1800">
                <a:solidFill>
                  <a:srgbClr val="6D8C97"/>
                </a:solidFill>
                <a:latin typeface="Consolas"/>
              </a:rPr>
              <a:t>// A chat request is a LIST of messages. Each one says who said it.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79  </a:t>
            </a:r>
            <a:r>
              <a:rPr sz="1800">
                <a:solidFill>
                  <a:srgbClr val="6D8C97"/>
                </a:solidFill>
                <a:latin typeface="Consolas"/>
              </a:rPr>
              <a:t>async function askAI()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80  </a:t>
            </a:r>
            <a:r>
              <a:rPr sz="1800">
                <a:solidFill>
                  <a:srgbClr val="7FE0A0"/>
                </a:solidFill>
                <a:latin typeface="Consolas"/>
              </a:rPr>
              <a:t>  trimHistory();   // week 8: never send more than the server will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Before sending, call trimHistory() to drop old messages if the conversation has grown too long.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it forgets on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Run and open the console. Send several long messages. Watch 'Forgot an old message...' appear as the oldest lines are dropped to stay under the limit - the chat keeps working instead of failing.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Run it in the classroom, or press Show the output in the web deck.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screen should match this.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Watch it forget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Chat until the Console says it forgot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Ask about the beginning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genuinely does not know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