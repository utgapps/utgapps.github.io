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4000-character 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Paste three paragraphs. Send.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400 context_length_exceeded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real limit, not a made-up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re-reads everything,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memory on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Longer chat = more work =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4000 characters, whole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Measure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Count before you cut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up every message's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the number climb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decide what to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95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96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 you throw away?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There is no right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Oldest? Shortest? Least interesting?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a trade-off means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apps drop the oldest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shift and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- add to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shift - take from the front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queue, like the lunch 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8: the server reads at most 4000 characters of conversation at once.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7FE0A0"/>
                </a:solidFill>
                <a:latin typeface="Consolas"/>
              </a:rPr>
              <a:t>// Past that it refuses the whole request, so old messages have to go.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7FE0A0"/>
                </a:solidFill>
                <a:latin typeface="Consolas"/>
              </a:rPr>
              <a:t>const MAX_CHARS = 3500;   // leave room for the personality and your next line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function trimHistory()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7FE0A0"/>
                </a:solidFill>
                <a:latin typeface="Consolas"/>
              </a:rPr>
              <a:t>  let size = personaBox.value.length;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history)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+= message.content.length;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7FE0A0"/>
                </a:solidFill>
                <a:latin typeface="Consolas"/>
              </a:rPr>
              <a:t>  // Drop from the FRONT. The oldest messages matter least - usually.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(size &gt; MAX_CHARS &amp;&amp; history.length &gt; 2)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dropped = history.shift();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    size -= dropped.content.length;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console.log('Forgot an old message to stay under the limit.');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63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64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it forget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 until the Console says it forgot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about the beginning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genuinely does not know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