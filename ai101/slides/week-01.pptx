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page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you are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 AI companion you write yourself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answers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remembers the conversation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has a personality you choose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week 15 it is yours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page is boxes inside boxes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&lt;main&gt; is the big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&lt;h1&gt; is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 is where messages will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&lt;form&gt; holds the input and the button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an HTML tag?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tag is an instruction inside &lt; &gt;.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come as a pair - an opening &lt;p&gt; and a closing &lt;/p&gt; - with the content between them: &lt;p&gt;hi&lt;/p&gt;.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What is an HTML tag?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16198" y="1603857"/>
            <a:ext cx="5325465" cy="399409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Every visible part of this page is a tag.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Attributes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Extra settings inside a tag, written name="value".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class="app", id="chat", or href="style.css".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Attributes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57551" y="4818156"/>
            <a:ext cx="855878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Attributes live inside a tag - like on this button.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&lt;main&gt;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that wraps the main part of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Everything you see on the page lives inside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&lt;main&gt;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2516794"/>
            <a:ext cx="5021153" cy="188293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&lt;main&gt; is the big middle area - the chat log.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&lt;main class="app"&gt;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&lt;main&gt;, the box that holds everything. class="app" is a label CSS can target.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&lt;header&gt;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for the strip across the top - your title area.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&lt;header&gt;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1984248"/>
            <a:ext cx="5021153" cy="513527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&lt;header&gt; is this strip across the top.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&lt;header class="top"&gt;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&lt;header&gt;, the top strip. It closes a few lines down.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&lt;h1&gt;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biggest heading: the page's main title.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 only one &lt;h1&gt; per page.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&lt;h1&gt;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117384"/>
            <a:ext cx="1502542" cy="266273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&lt;h1&gt; is the page's title, up in the header.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&lt;h1&gt;My AI Companion&lt;/h1&gt;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big title of the page, inside an &lt;h1&gt;.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&lt;p&gt;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paragraph - a block of ordinary text.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&lt;p&gt;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 &lt;p&gt; is a paragraph - like the text in a message.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 class="tag"&gt;Built by me, running on the school AI&lt;/p&gt;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small paragraph under the title. class="tag" lets CSS make it grey and small.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&lt;/header&gt;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&lt;/header&gt;. Every tag you open you must close.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&lt;/header&gt;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&lt;div&gt;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plain empty box you can style and fill later.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messages will go inside this one.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&lt;div&gt;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Each message bubble is a &lt;div&gt; box.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&lt;div id="chat" class="chat"&gt;&lt;/div&gt;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empty &lt;div&gt; with id="chat". Empty for now - your messages will fill it later.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&lt;form&gt;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Groups a text box and a button that work together.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Pressing Enter inside it acts like clicking the button.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&lt;form&gt;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4742078"/>
            <a:ext cx="5021153" cy="551566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&lt;form&gt; is the row where you type and send.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&lt;form id="composer" class="composer"&gt;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a &lt;form&gt; with id="composer": the text box and Send button belong together.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Self-closing tags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few tags hold no content, so they have NO closing tag.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&lt;link&gt; and &lt;input&gt; stand on their own.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Self-closing tags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message &lt;input&gt; is a self-closing tag.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&lt;input&gt;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you type into.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placeholder is the grey hint shown while it is empty.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&lt;input&gt;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An &lt;input&gt; is a one-line box like this.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&lt;input id="prompt" placeholder="Say something..." autocomplete="off"&gt;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&lt;input&gt; you type in. placeholder is the faint hint; autocomplete off hides suggestions.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&lt;button&gt;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button you can click - here, Send.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type=submit makes it send the form.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&lt;button&gt;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57551" y="4818156"/>
            <a:ext cx="855878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&lt;button&gt; is this Send button.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id="send" type="submit"&gt;Send&lt;/button&gt;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Send &lt;button&gt;. type="submit" means clicking it (or pressing Enter) sends the form.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&lt;button id="send" type="submit"&gt;Send&lt;/button&gt;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&lt;/form&gt;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&lt;/form&gt;.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id="send" type="submit"&gt;Send&lt;/button&gt;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&lt;/form&gt;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&lt;/main&gt;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&lt;/main&gt;. The visible page is complete.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 make the other files 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project starts with just index.html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+ File in the Files panel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things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things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Making the file is not enough. The page has to be told.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&lt;link&gt;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pulls another file into your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rel says what it is (a stylesheet); href says where to find it.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&lt;link rel="stylesheet" href="style.css"&gt;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Loads style.css so the page uses your styles. rel says it is a stylesheet; href is the filename.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index.html - the boxes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they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they do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CSS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selector { property: value;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selector picks WHAT to style; the properties say HOW.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an element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body { } styles every &lt;body&gt; on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bare name targets that kind of tag.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body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&lt;body&gt;, the whole page. Everything between { and } styles it.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OUTSIDE a box, pushing other things away.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margin: 0 auto centres a box that has a width.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Margin is the gap OUTSIDE a bubble.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Removes the browser's default margin so nothing is pushed off the edge.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Which typeface the text uses.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tries the fonts in order until one works.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font-family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117384"/>
            <a:ext cx="1502542" cy="266273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font-family sets the typeface, seen in the title.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Sets the font. The browser uses the first one it has.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fill colour behind the box.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background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16198" y="1603857"/>
            <a:ext cx="5325465" cy="399409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background paints the page or a bubble's fill.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Colours: hex codes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#eef2f7 is a colour written as red-green-blue in base 16.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#ffffff is white, #000000 is black.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Colours: hex codes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57551" y="4818156"/>
            <a:ext cx="855878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 hex colour like this fills the Send button.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background: #eef2f7;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page's background colour, a soft blue-grey.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colour of the text itself.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color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117384"/>
            <a:ext cx="1502542" cy="266273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color sets the text colour - like the title here.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#1f2a37;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default text colour, a dark near-black.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body rule.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a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.app { } styles anything with class="app".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dot means 'class'.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.app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.app - the &lt;main&gt; box we labelled earlier.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max-width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width the box will never grow past.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lines short enough to read comfortably.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max-width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16198" y="1603857"/>
            <a:ext cx="5325465" cy="399409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max-width stops the app getting too wide on big screens.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Sizes: pixels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20px means 20 pixels - little dots on the screen.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max-width: 620px;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It never grows wider than 620px, so lines stay easy to read.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margin: 0 auto centres it: no top/bottom margin, equal left/right.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padding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INSIDE a box, between its edge and its contents.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padding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Padding is the space INSIDE a bubble, around its text.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box so text is not jammed against the edge.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.app rule.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nested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.top h1 { } styles an &lt;h1&gt; that is INSIDE .top.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space between names means 'inside'.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big the text is, usually in px.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font-size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117384"/>
            <a:ext cx="1502542" cy="266273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font-size sets how big text is - the title is largest.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Styles the &lt;h1&gt; inside .top: no margin except a little below, and a 26px size. (A one-line rule.)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Styles the .tag paragraph: spaced below, grey, and small.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.chat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.chat box.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min-height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box is at least this tall, even when empty.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min-height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2516794"/>
            <a:ext cx="5021153" cy="188293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min-height keeps the log tall even when it's empty.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min-height: 260px;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Keeps it at least 260px tall so it reads as a chat area even when empty.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chat box.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white background so messages stand out from the page.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around the edge: thickness, style, then colour.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border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message box has a border around it.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line around it.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the corners. Bigger number, rounder.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border-radius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border-radius rounds a bubble's corners.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Rounds the corners a little.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.chat rule.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display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Lays a box's children in a ROW instead of stacking them.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Perfect for the text box and Send button side by side.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display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4742078"/>
            <a:ext cx="5021153" cy="551566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display: flex lines the box and button up in a row.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space between children in a flex row.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4742078"/>
            <a:ext cx="5021153" cy="551566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gap is the even space between the box and the button.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margin-top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above the box, pushing it down from what is above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margin-top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margin-top spaces a bubble from the one above.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{ display: flex; gap: 8px; margin-top: 12px;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Lays the form's children in a row with a small gap and a little space above. display: flex is the key part.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input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input inside .composer.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flex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Tells one flex child to stretch and fill the leftover space.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text box grows; the button stays its own size.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flex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flex: 1 lets the message box stretch to fill the row.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  flex: 1;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flex: 1 makes the text box stretch to fill the space the button leaves.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11px;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text box.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border to match the chat box.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Rounded corners.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Comfortable text size.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input rule.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button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button inside .composer.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11px 18px;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Padding to make the button a comfortable size to tap.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border: 0 removes the default button outline.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Rounded corners.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brand blue as its background.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White text on the blue.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Readable text size.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cursor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mouse-pointer shape.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pointer shows a hand, so it looks clickable.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cursor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57551" y="4818156"/>
            <a:ext cx="855878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cursor: pointer makes the mouse a hand over the button.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cursor: pointer shows a hand so it looks clickable.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button rule.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 &lt;button&gt;Send&lt;/button&gt;, what is 'Send'?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content shown on the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tag's name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 attribute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CSS class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 &lt;button&gt;Send&lt;/button&gt;, what is 'Send'?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content shown on the button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tag's name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 attribute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CSS class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Whatever sits between the opening and closing tags is the content.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  body { background: #0d1b21; }  what is 'background'?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selector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property being set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value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comment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  body { background: #0d1b21; }  what is 'background'?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selector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property being set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value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comment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rule is  selector { property: value; }  - background is the property.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selector targets elements with class="app"?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.app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app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#app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*app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selector targets elements with class="app"?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.app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app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#app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*app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class selector starts with a dot.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 display: flex;  do to a box's children?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Lines them up in a row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Hides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Makes them bold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Deletes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 display: flex;  do to a box's children?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Lines them up in a row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Hides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Makes them bold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Deletes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flex lays a box's children out in a row (or a column).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script goes at the BOTTOM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reads top to bottom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 the top, the boxes do not exist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script cannot find a page that has not been made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Move it up, press Run, watch it break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&lt;script&gt;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Loads script.js, the code that makes the page do things.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goes LAST so the boxes exist before the code looks for them.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&lt;script src="script.js"&gt;&lt;/script&gt;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Loads your JavaScript. It sits at the very bottom so every box above already exists when the code runs.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Two buttons you will use every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- nothing happens until you press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Console - where your code talks to you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comment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starting with // that the computer ignores.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a note for the humans reading the code.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1: prove the JavaScript file is really running.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a note for you, ignored by the computer.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line of JavaScript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lines are one instruction, usually ending in a semicolon 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computer runs them top to bottom.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Strings: text in quotes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Text the computer treats as data goes in quotes: 'hello'.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Single or double quotes both work.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Calling a function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 followed by ( ) runs that function.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Whatever is inside the ( ) is what you hand it.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Dot notation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thing.name reaches INTO thing for one of its parts or actions.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document.getElementById asks document to find something.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console.log()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prints a message to the console panel.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Your window into what the code is doing.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console.log('My AI companion is starting up.');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console.log prints a message to the console panel - proof the file is running.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// Can this script see the page yet? Down here, yes.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Another comment, explaining the check below.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// Move the &lt;script&gt; tag to the TOP of index.html and this prints false,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continued: what would happen if the script ran too early.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// because the boxes have not been made yet. That is why it goes last.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comment's last line: which is why the &lt;script&gt; tag goes at the bottom.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document.getElementById()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finds a box on the page by its id.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Hands you the box, or null if it is not there.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document.getElementById()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getElementById grabs an element like this box.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// because the boxes have not been made yet. That is why it goes last.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console.log('Can I see the chat box?', document.getElementById('chat') !== null);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getElementById looks for the chat box; !== null is true only if it was found. Because the script is at the bottom, it prints true.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// because the boxes have not been made yet. That is why it goes last.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console.log('Can I see the chat box?', document.getElementById('chat') !== null);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id = a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 JavaScript uses that name to find the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Names must be spelled exactly the same in both files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your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You should see the title, an empty white chat box, and a text box with a blue Send button - all styled. Clicking Send does nothing yet; that is next week.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yours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colours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