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is an HTML tag?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tag is an instruction inside &lt; &gt;.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come as a pair - an opening &lt;p&gt; and a closing &lt;/p&gt; - with the content between them: &lt;p&gt;hi&lt;/p&gt;.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Attributes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Extra settings inside a tag, written name="value".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Like class="app", id="chat", or href="style.css".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the student sees lives inside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&lt;header&gt;, the top strip. It closes a few lines down.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big title of the page, inside an &lt;h1&gt;.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&lt;main class="app"&gt;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&lt;header class="top"&gt;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Self-closing tags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few tags hold no content, so they have NO closing tag.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&lt;link&gt; and &lt;input&gt; stand on their own.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the student types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&lt;input&gt; the student types in. placeholder is the faint hint; autocomplete off hides suggestions.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an element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body { } styles every &lt;body&gt; on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bare name targets that kind of tag.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Removes the browser's default margin so nothing is pushed off the edge.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Sets the font. The browser uses the first one it has.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Colours: hex codes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#eef2f7 is a colour written as red-green-blue in base 16.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#ffffff is white, #000000 is black.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page's background colour, a soft blue-grey.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default text colour, a dark near-black.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body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  background: #eef2f7;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  color: #1f2a37;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a class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.app { } styles anything with class="app".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dot means 'class'.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.app - the &lt;main&gt; box we labelled earlier.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Sizes: pixels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20px means 20 pixels - little dots on the screen.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It never grows wider than 620px, so lines stay easy to read.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margin: 0 auto centres it: no top/bottom margin, equal left/right.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box so text is not jammed against the edge.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Selector: nested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.top h1 { } styles an &lt;h1&gt; that is INSIDE .top.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space between names means 'inside'.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Styles the .tag paragraph: spaced below, grey, and small.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.chat box.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Keeps it at least 260px tall so it reads as a chat area even when empty.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12  </a:t>
            </a:r>
            <a:r>
              <a:rPr sz="18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13  </a:t>
            </a:r>
            <a:r>
              <a:rPr sz="18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chat box.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white background so messages stand out from the page.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line around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Rounds the corners a little.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6D8C97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6D8C97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6D8C97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6D8C97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6D8C97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6D8C97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7  </a:t>
            </a:r>
            <a:r>
              <a:rPr sz="1300">
                <a:solidFill>
                  <a:srgbClr val="7FE0A0"/>
                </a:solidFill>
                <a:latin typeface="Consolas"/>
              </a:rPr>
              <a:t>.app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8  </a:t>
            </a:r>
            <a:r>
              <a:rPr sz="1300">
                <a:solidFill>
                  <a:srgbClr val="7FE0A0"/>
                </a:solidFill>
                <a:latin typeface="Consolas"/>
              </a:rPr>
              <a:t>  max-width: 620px;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 9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margin: 0 auto;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20px;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12  </a:t>
            </a:r>
            <a:r>
              <a:rPr sz="13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13  </a:t>
            </a:r>
            <a:r>
              <a:rPr sz="13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14  </a:t>
            </a:r>
            <a:r>
              <a:rPr sz="1300">
                <a:solidFill>
                  <a:srgbClr val="7FE0A0"/>
                </a:solidFill>
                <a:latin typeface="Consolas"/>
              </a:rPr>
              <a:t>.chat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15  </a:t>
            </a:r>
            <a:r>
              <a:rPr sz="1300">
                <a:solidFill>
                  <a:srgbClr val="7FE0A0"/>
                </a:solidFill>
                <a:latin typeface="Consolas"/>
              </a:rPr>
              <a:t>  min-height: 260px;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12px;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17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19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20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input inside .composer.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flex: 1 makes the text box stretch to fill the space the button leaves.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Space inside the text box.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 to match the chat box.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Comfortable text size.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Starts a rule for the button inside .composer.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to make the button a comfortable size to tap.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border: 0 removes the default button outline.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Rounded corners.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brand blue as its background.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White text on the blue.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Readable text size.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cursor: pointer shows a hand so it looks clickable.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6D8C97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6D8C97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6D8C97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input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  flex: 1;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.composer button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11px 18px;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0;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32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33  </a:t>
            </a:r>
            <a:r>
              <a:rPr sz="1300">
                <a:solidFill>
                  <a:srgbClr val="7FE0A0"/>
                </a:solidFill>
                <a:latin typeface="Consolas"/>
              </a:rPr>
              <a:t>  background: #01aefd;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34  </a:t>
            </a:r>
            <a:r>
              <a:rPr sz="1300">
                <a:solidFill>
                  <a:srgbClr val="7FE0A0"/>
                </a:solidFill>
                <a:latin typeface="Consolas"/>
              </a:rPr>
              <a:t>  color: #ffffff;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35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15px;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36  </a:t>
            </a:r>
            <a:r>
              <a:rPr sz="13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37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14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15  </a:t>
            </a:r>
            <a:r>
              <a:rPr sz="18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comment: a note for you, ignored by the computer.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line of JavaScript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Most lines are one instruction, usually ending in a semicolon 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computer runs them top to bottom.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Strings: text in quotes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Text the computer treats as data goes in quotes: 'hello'.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Single or double quotes both work.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Calling a function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followed by ( ) runs that function.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Whatever is inside the ( ) is what you hand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Dot notation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thing.name reaches INTO thing for one of its parts or actions.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document.getElementById asks document to find something.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Another comment, explaining the check below.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comment continued: what would happen if the script ran too early.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6D8C97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6D8C97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6D8C97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6D8C97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1  </a:t>
            </a:r>
            <a:r>
              <a:rPr sz="18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2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3  </a:t>
            </a:r>
            <a:r>
              <a:rPr sz="18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4  </a:t>
            </a:r>
            <a:r>
              <a:rPr sz="18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5  </a:t>
            </a:r>
            <a:r>
              <a:rPr sz="18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6  </a:t>
            </a:r>
            <a:r>
              <a:rPr sz="18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7  </a:t>
            </a:r>
            <a:r>
              <a:rPr sz="18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