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tag is an instruction inside &lt; 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come as a pair - an opening &lt;p&gt; and a closing &lt;/p&gt; - with the content between them: &lt;p&gt;hi&lt;/p&gt;.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Extra settings inside a tag, written name="value".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class="app", id="chat", or href="style.css".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see on the page lives inside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few tags hold no content, so they have NO closing tag.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&lt;link&gt; and &lt;input&gt; stand on their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you type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you type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&lt;footer&gt; for the bottom of the page. class="credits" styles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an element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body { } styles every &lt;body&gt;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bare name targets that kind of tag.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#eef2f7 is a colour written as red-green-blue in base 16.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#ffffff is white, #000000 is black.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.app { } styles anything with class="app".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dot means 'class'.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Sizes: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20px means 20 pixels - little dots on the screen.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nested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.top h1 { } styles an &lt;h1&gt; that is INSIDE .top.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between names means 'inside'.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display: 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above the box, pushing it down from what is above it.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flex: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line of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lines are one instruction, usually ending in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runs them top to bottom.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Strings: text in 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the computer treats as data goes in quotes: 'hello'.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Single or double quotes both work.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followed by ( ) runs that function.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is inside the ( ) is what you hand it.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Dot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thing.name reaches INTO thing for one of its parts or actions.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document.getElementById asks document to find something.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You should see the title, an empty white chat box, and a text box with a blue Send button - all styled. Clicking Send does nothing yet; that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