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tag is an instruction inside &lt; 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come as a pair - an opening &lt;p&gt; and a closing &lt;/p&gt; - with the content between them: &lt;p&gt;hi&lt;/p&gt;.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Extra settings inside a tag, written name="value".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class="app", id="chat", or href="style.css".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see on the page lives inside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&lt;header&gt;, the top strip. It closes a few lines 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big title of the page, inside an &lt;h1&gt;.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few tags hold no content, so they have NO closing tag.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&lt;link&gt; and &lt;input&gt; stand on their 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you type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&lt;input&gt; you type in. placeholder is the faint hint; autocomplete off hides suggestions.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&lt;/main&gt;. The visible page is complete.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an element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body { } styles every &lt;body&gt;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bare name targets that kind of tag.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Removes the browser's default margin so nothing is pushed off the edge.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Sets the font. The browser uses the first one it has.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#eef2f7 is a colour written as red-green-blue in base 16.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#ffffff is white, #000000 is black.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page's background colour, a soft blue-grey.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default text colour, a dark near-black.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.app { } styles anything with class="app".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dot means 'class'.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.app - the &lt;main&gt; box we labelled earlier.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Sizes: pixels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20px means 20 pixels - little dots on the screen.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never grows wider than 620px, so lines stay easy to read.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margin: 0 auto centres it: no top/bottom margin, equal left/right.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box so text is not jammed against the edge.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nested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.top h1 { } styles an &lt;h1&gt; that is INSIDE .top.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space between names means 'inside'.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.tag paragraph: spaced below, grey, and small.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.chat box.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Keeps it at least 260px tall so it reads as a chat area even when empty.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chat box.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white background so messages stand out from the page.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line around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Rounds the corners a little.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display: 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input inside .composer.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flex: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flex: 1 makes the text box stretch to fill the space the button leaves.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text box.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 to match the chat box.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text size.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button inside .composer.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to make the button a comfortable size to tap.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border: 0 removes the default button outline.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brand blue as its background.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Readable text size.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cursor: pointer shows a hand so it looks clickable.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note for you, ignored by the computer.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line of JavaScript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lines are one instruction, usually ending in a semicolon 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computer runs them top to bottom.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Strings: text in 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Text the computer treats as data goes in quotes: 'hello'.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Single or double quotes both work.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a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followed by ( ) runs that function.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is inside the ( ) is what you hand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Dot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thing.name reaches INTO thing for one of its parts or actions.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document.getElementById asks document to find something.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comment, explaining the check below.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continued: what would happen if the script ran too early.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You should see the title, an empty white chat box, and a text box with a blue Send button - all styled. Clicking Send does nothing yet; that is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