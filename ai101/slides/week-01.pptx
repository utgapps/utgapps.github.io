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tag is an instruction inside &lt; 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come as a pair - an opening &lt;p&gt; and a closing &lt;/p&gt; - with the content between them: &lt;p&gt;hi&lt;/p&gt;.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Every visible part of this page is a tag.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Extra settings inside a tag, written name="value".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class="app", id="chat", or href="style.css".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Attributes live inside a tag - like on this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see on the page lives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&lt;main&gt; is the big middle area - the chat 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1984248"/>
            <a:ext cx="5021153" cy="513527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&lt;header&gt; is this strip across the top.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&lt;h1&gt; is the page's title, up in the header.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&lt;p&gt; is a paragraph - like the text in a message.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Each message bubble is a &lt;div&gt; box.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&lt;form&gt; is the row where you type and send.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few tags hold no content, so they have NO closing tag.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&lt;link&gt; and &lt;input&gt; stand on their own.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message &lt;input&gt; is a self-closing tag.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you type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An &lt;input&gt; is a one-line box like this.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you type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&lt;button&gt; is this Send button.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an element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body { } styles every &lt;body&gt;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bare name targets that kind of tag.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 is the gap OUTSIDE a bubble.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font-family sets the typeface, seen in the title.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background paints the page or a bubble's fill.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#eef2f7 is a colour written as red-green-blue in base 16.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#ffffff is white, #000000 is black.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hex colour like this fills the Send button.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color sets the text colour - like the title here.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.app { } styles anything with class="app".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dot means 'class'.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max-width stops the app getting too wide on big screens.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Sizes: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20px means 20 pixels - little dots on the screen.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Padding is the space INSIDE a bubble, around its text.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nested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.top h1 { } styles an &lt;h1&gt; that is INSIDE .top.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between names means 'inside'.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font-size sets how big text is - the title is largest.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min-height keeps the log tall even when it's empty.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message box has a border around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border-radius rounds a bubble's corners.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display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display: flex lines the box and button up in a row.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gap is the even space between the box and the button.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above the box, pushing it down from what is above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margin-top spaces a bubble from the one above.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flex: 1 lets the message box stretch to fill the row.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cursor: pointer makes the mouse a hand over the button.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line of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lines are one instruction, usually ending in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runs them top to bottom.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Strings: text in 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the computer treats as data goes in quotes: 'hello'.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Single or double quotes both work.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followed by ( ) runs that function.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is inside the ( ) is what you hand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Dot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thing.name reaches INTO thing for one of its parts or actions.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document.getElementById asks document to find something.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getElementById grabs an element like this box.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You should see the title, an empty white chat box, and a text box with a blue Send button - all styled. Clicking Send does nothing yet; that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