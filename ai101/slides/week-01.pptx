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Week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The page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What you are building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An AI companion you write yourself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answers you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remembers the conversation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has a personality you choose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By week 15 it is yours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A page is boxes inside boxes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&lt;main&gt; is the big box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&lt;h1&gt; is the title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&lt;div id="chat"&gt; is where messages will go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&lt;form&gt; holds the input and the button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index.html  (1 of 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 1  </a:t>
            </a:r>
            <a:r>
              <a:rPr sz="1700">
                <a:solidFill>
                  <a:srgbClr val="7FE0A0"/>
                </a:solidFill>
                <a:latin typeface="Consolas"/>
              </a:rPr>
              <a:t>&lt;main class="app"&gt;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 2  </a:t>
            </a:r>
            <a:r>
              <a:rPr sz="1700">
                <a:solidFill>
                  <a:srgbClr val="7FE0A0"/>
                </a:solidFill>
                <a:latin typeface="Consolas"/>
              </a:rPr>
              <a:t>  &lt;header class="top"&gt;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 3  </a:t>
            </a:r>
            <a:r>
              <a:rPr sz="1700">
                <a:solidFill>
                  <a:srgbClr val="7FE0A0"/>
                </a:solidFill>
                <a:latin typeface="Consolas"/>
              </a:rPr>
              <a:t>    &lt;h1&gt;My AI Companion&lt;/h1&gt;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 4  </a:t>
            </a:r>
            <a:r>
              <a:rPr sz="1700">
                <a:solidFill>
                  <a:srgbClr val="7FE0A0"/>
                </a:solidFill>
                <a:latin typeface="Consolas"/>
              </a:rPr>
              <a:t>    &lt;p class="tag"&gt;Built by me, running on the school AI&lt;/p&gt;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 5  </a:t>
            </a:r>
            <a:r>
              <a:rPr sz="1700">
                <a:solidFill>
                  <a:srgbClr val="7FE0A0"/>
                </a:solidFill>
                <a:latin typeface="Consolas"/>
              </a:rPr>
              <a:t>  &lt;/header&gt;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index.html  (2 of 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 6  </a:t>
            </a:r>
            <a:r>
              <a:rPr sz="1700">
                <a:solidFill>
                  <a:srgbClr val="7FE0A0"/>
                </a:solidFill>
                <a:latin typeface="Consolas"/>
              </a:rPr>
              <a:t>  &lt;div id="chat" class="chat"&gt;&lt;/div&gt;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index.html  (3 of 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 7  </a:t>
            </a:r>
            <a:r>
              <a:rPr sz="1700">
                <a:solidFill>
                  <a:srgbClr val="7FE0A0"/>
                </a:solidFill>
                <a:latin typeface="Consolas"/>
              </a:rPr>
              <a:t>  &lt;form id="composer" class="composer"&gt;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 8  </a:t>
            </a:r>
            <a:r>
              <a:rPr sz="1700">
                <a:solidFill>
                  <a:srgbClr val="7FE0A0"/>
                </a:solidFill>
                <a:latin typeface="Consolas"/>
              </a:rPr>
              <a:t>    &lt;input id="prompt" placeholder="Say something..." autocomplete="off"&gt;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 9  </a:t>
            </a:r>
            <a:r>
              <a:rPr sz="1700">
                <a:solidFill>
                  <a:srgbClr val="7FE0A0"/>
                </a:solidFill>
                <a:latin typeface="Consolas"/>
              </a:rPr>
              <a:t>    &lt;button id="send" type="submit"&gt;Send&lt;/button&gt;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10  </a:t>
            </a:r>
            <a:r>
              <a:rPr sz="1700">
                <a:solidFill>
                  <a:srgbClr val="7FE0A0"/>
                </a:solidFill>
                <a:latin typeface="Consolas"/>
              </a:rPr>
              <a:t>  &lt;/form&gt;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index.html  (4 of 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11  </a:t>
            </a:r>
            <a:r>
              <a:rPr sz="1700">
                <a:solidFill>
                  <a:srgbClr val="7FE0A0"/>
                </a:solidFill>
                <a:latin typeface="Consolas"/>
              </a:rPr>
              <a:t>&lt;/main&gt;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Three files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index.html - the boxes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style.css - what they look like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script.js - what they do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style.css  (1 of 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 1  </a:t>
            </a:r>
            <a:r>
              <a:rPr sz="1700">
                <a:solidFill>
                  <a:srgbClr val="7FE0A0"/>
                </a:solidFill>
                <a:latin typeface="Consolas"/>
              </a:rPr>
              <a:t>body {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 2  </a:t>
            </a:r>
            <a:r>
              <a:rPr sz="1700">
                <a:solidFill>
                  <a:srgbClr val="7FE0A0"/>
                </a:solidFill>
                <a:latin typeface="Consolas"/>
              </a:rPr>
              <a:t>  margin: 0;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 3  </a:t>
            </a:r>
            <a:r>
              <a:rPr sz="1700">
                <a:solidFill>
                  <a:srgbClr val="7FE0A0"/>
                </a:solidFill>
                <a:latin typeface="Consolas"/>
              </a:rPr>
              <a:t>  font-family: Arial, Helvetica, sans-serif;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 4  </a:t>
            </a:r>
            <a:r>
              <a:rPr sz="1700">
                <a:solidFill>
                  <a:srgbClr val="7FE0A0"/>
                </a:solidFill>
                <a:latin typeface="Consolas"/>
              </a:rPr>
              <a:t>  background: #eef2f7;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 5  </a:t>
            </a:r>
            <a:r>
              <a:rPr sz="1700">
                <a:solidFill>
                  <a:srgbClr val="7FE0A0"/>
                </a:solidFill>
                <a:latin typeface="Consolas"/>
              </a:rPr>
              <a:t>  color: #1f2a37;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 6  </a:t>
            </a:r>
            <a:r>
              <a:rPr sz="17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style.css  (2 of 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 7  </a:t>
            </a:r>
            <a:r>
              <a:rPr sz="1400">
                <a:solidFill>
                  <a:srgbClr val="7FE0A0"/>
                </a:solidFill>
                <a:latin typeface="Consolas"/>
              </a:rPr>
              <a:t>.app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 8  </a:t>
            </a:r>
            <a:r>
              <a:rPr sz="1400">
                <a:solidFill>
                  <a:srgbClr val="7FE0A0"/>
                </a:solidFill>
                <a:latin typeface="Consolas"/>
              </a:rPr>
              <a:t>  max-width: 620px;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 9  </a:t>
            </a:r>
            <a:r>
              <a:rPr sz="1400">
                <a:solidFill>
                  <a:srgbClr val="7FE0A0"/>
                </a:solidFill>
                <a:latin typeface="Consolas"/>
              </a:rPr>
              <a:t>  margin: 0 auto;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10  </a:t>
            </a:r>
            <a:r>
              <a:rPr sz="1400">
                <a:solidFill>
                  <a:srgbClr val="7FE0A0"/>
                </a:solidFill>
                <a:latin typeface="Consolas"/>
              </a:rPr>
              <a:t>  padding: 20px;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11  </a:t>
            </a:r>
            <a:r>
              <a:rPr sz="1400">
                <a:solidFill>
                  <a:srgbClr val="7FE0A0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12  </a:t>
            </a:r>
            <a:r>
              <a:rPr sz="1400">
                <a:solidFill>
                  <a:srgbClr val="7FE0A0"/>
                </a:solidFill>
                <a:latin typeface="Consolas"/>
              </a:rPr>
              <a:t>.top h1 { margin: 0 0 4px; font-size: 26px; }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13  </a:t>
            </a:r>
            <a:r>
              <a:rPr sz="1400">
                <a:solidFill>
                  <a:srgbClr val="7FE0A0"/>
                </a:solidFill>
                <a:latin typeface="Consolas"/>
              </a:rPr>
              <a:t>.tag { margin: 0 0 18px; color: #6b7787; font-size: 14px; }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14  </a:t>
            </a:r>
            <a:r>
              <a:rPr sz="1400">
                <a:solidFill>
                  <a:srgbClr val="7FE0A0"/>
                </a:solidFill>
                <a:latin typeface="Consolas"/>
              </a:rPr>
              <a:t>.chat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15  </a:t>
            </a:r>
            <a:r>
              <a:rPr sz="1400">
                <a:solidFill>
                  <a:srgbClr val="7FE0A0"/>
                </a:solidFill>
                <a:latin typeface="Consolas"/>
              </a:rPr>
              <a:t>  min-height: 260px;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16  </a:t>
            </a:r>
            <a:r>
              <a:rPr sz="1400">
                <a:solidFill>
                  <a:srgbClr val="7FE0A0"/>
                </a:solidFill>
                <a:latin typeface="Consolas"/>
              </a:rPr>
              <a:t>  padding: 12px;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17  </a:t>
            </a:r>
            <a:r>
              <a:rPr sz="1400">
                <a:solidFill>
                  <a:srgbClr val="7FE0A0"/>
                </a:solidFill>
                <a:latin typeface="Consolas"/>
              </a:rPr>
              <a:t>  background: #ffffff;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18  </a:t>
            </a:r>
            <a:r>
              <a:rPr sz="1400">
                <a:solidFill>
                  <a:srgbClr val="7FE0A0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19  </a:t>
            </a:r>
            <a:r>
              <a:rPr sz="1400">
                <a:solidFill>
                  <a:srgbClr val="7FE0A0"/>
                </a:solidFill>
                <a:latin typeface="Consolas"/>
              </a:rPr>
              <a:t>  border-radius: 8px;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20  </a:t>
            </a:r>
            <a:r>
              <a:rPr sz="14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style.css  (3 of 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21  </a:t>
            </a:r>
            <a:r>
              <a:rPr sz="1400">
                <a:solidFill>
                  <a:srgbClr val="7FE0A0"/>
                </a:solidFill>
                <a:latin typeface="Consolas"/>
              </a:rPr>
              <a:t>.composer { display: flex; gap: 8px; margin-top: 12px; }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22  </a:t>
            </a:r>
            <a:r>
              <a:rPr sz="1400">
                <a:solidFill>
                  <a:srgbClr val="7FE0A0"/>
                </a:solidFill>
                <a:latin typeface="Consolas"/>
              </a:rPr>
              <a:t>.composer input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23  </a:t>
            </a:r>
            <a:r>
              <a:rPr sz="1400">
                <a:solidFill>
                  <a:srgbClr val="7FE0A0"/>
                </a:solidFill>
                <a:latin typeface="Consolas"/>
              </a:rPr>
              <a:t>  flex: 1;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24  </a:t>
            </a:r>
            <a:r>
              <a:rPr sz="1400">
                <a:solidFill>
                  <a:srgbClr val="7FE0A0"/>
                </a:solidFill>
                <a:latin typeface="Consolas"/>
              </a:rPr>
              <a:t>  padding: 11px;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25  </a:t>
            </a:r>
            <a:r>
              <a:rPr sz="1400">
                <a:solidFill>
                  <a:srgbClr val="7FE0A0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26  </a:t>
            </a:r>
            <a:r>
              <a:rPr sz="1400">
                <a:solidFill>
                  <a:srgbClr val="7FE0A0"/>
                </a:solidFill>
                <a:latin typeface="Consolas"/>
              </a:rPr>
              <a:t>  border-radius: 6px;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27  </a:t>
            </a:r>
            <a:r>
              <a:rPr sz="1400">
                <a:solidFill>
                  <a:srgbClr val="7FE0A0"/>
                </a:solidFill>
                <a:latin typeface="Consolas"/>
              </a:rPr>
              <a:t>  font-size: 15px;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28  </a:t>
            </a:r>
            <a:r>
              <a:rPr sz="1400">
                <a:solidFill>
                  <a:srgbClr val="7FE0A0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29  </a:t>
            </a:r>
            <a:r>
              <a:rPr sz="1400">
                <a:solidFill>
                  <a:srgbClr val="7FE0A0"/>
                </a:solidFill>
                <a:latin typeface="Consolas"/>
              </a:rPr>
              <a:t>.composer button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30  </a:t>
            </a:r>
            <a:r>
              <a:rPr sz="1400">
                <a:solidFill>
                  <a:srgbClr val="7FE0A0"/>
                </a:solidFill>
                <a:latin typeface="Consolas"/>
              </a:rPr>
              <a:t>  padding: 11px 18px;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31  </a:t>
            </a:r>
            <a:r>
              <a:rPr sz="1400">
                <a:solidFill>
                  <a:srgbClr val="7FE0A0"/>
                </a:solidFill>
                <a:latin typeface="Consolas"/>
              </a:rPr>
              <a:t>  border: 0;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32  </a:t>
            </a:r>
            <a:r>
              <a:rPr sz="1400">
                <a:solidFill>
                  <a:srgbClr val="7FE0A0"/>
                </a:solidFill>
                <a:latin typeface="Consolas"/>
              </a:rPr>
              <a:t>  border-radius: 6px;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33  </a:t>
            </a:r>
            <a:r>
              <a:rPr sz="1400">
                <a:solidFill>
                  <a:srgbClr val="7FE0A0"/>
                </a:solidFill>
                <a:latin typeface="Consolas"/>
              </a:rPr>
              <a:t>  background: #01aefd;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34  </a:t>
            </a:r>
            <a:r>
              <a:rPr sz="1400">
                <a:solidFill>
                  <a:srgbClr val="7FE0A0"/>
                </a:solidFill>
                <a:latin typeface="Consolas"/>
              </a:rPr>
              <a:t>  color: #ffffff;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35  </a:t>
            </a:r>
            <a:r>
              <a:rPr sz="1400">
                <a:solidFill>
                  <a:srgbClr val="7FE0A0"/>
                </a:solidFill>
                <a:latin typeface="Consolas"/>
              </a:rPr>
              <a:t>  font-size: 15px;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style.css  (4 of 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36  </a:t>
            </a:r>
            <a:r>
              <a:rPr sz="1700">
                <a:solidFill>
                  <a:srgbClr val="7FE0A0"/>
                </a:solidFill>
                <a:latin typeface="Consolas"/>
              </a:rPr>
              <a:t>  cursor: pointer;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37  </a:t>
            </a:r>
            <a:r>
              <a:rPr sz="17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Two buttons you will use every week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Run - nothing happens until you press it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Console - where your code talks to you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script.js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 1  </a:t>
            </a:r>
            <a:r>
              <a:rPr sz="1700">
                <a:solidFill>
                  <a:srgbClr val="7FE0A0"/>
                </a:solidFill>
                <a:latin typeface="Consolas"/>
              </a:rPr>
              <a:t>// Week 1: prove the JavaScript file is really running.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 2  </a:t>
            </a:r>
            <a:r>
              <a:rPr sz="1700">
                <a:solidFill>
                  <a:srgbClr val="7FE0A0"/>
                </a:solidFill>
                <a:latin typeface="Consolas"/>
              </a:rPr>
              <a:t>console.log('My AI companion is starting up.');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id = a name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&lt;div id="chat"&gt;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Next week JavaScript uses that name to find the box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Names must be spelled exactly the same in both files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Your turn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Make it yours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Change the title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Change the colours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Press Run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