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the student sees lives inside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the student types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the student types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