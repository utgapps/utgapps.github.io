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page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What you are building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An AI companion you write yourself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answers you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remembers the conversation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has a personality you choose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By week 15 it is yours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page is boxes inside boxes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&lt;main&gt; is the big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&lt;h1&gt; is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 is where messages will go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&lt;form&gt; holds the input and the button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&lt;main&gt;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wraps the main part of the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Everything the student sees lives inside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&lt;main class="app"&gt;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&lt;main&gt;, the box that holds everything. class="app" is a label CSS can target.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&lt;main&gt; tag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&lt;header&gt;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for the strip across the top - your title area.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&lt;header class="top"&gt;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&lt;header&gt;, the top strip. It closes a few lines down.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&lt;header&gt; tag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&lt;h1&gt;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biggest heading: the page's main title.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 only one &lt;h1&gt; per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&lt;h1&gt;My AI Companion&lt;/h1&gt;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big title of the page, inside an &lt;h1&gt;.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&lt;h1&gt; tag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&lt;p&gt;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paragraph - a block of ordinary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&lt;p class="tag"&gt;Built by me, running on the school AI&lt;/p&gt;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small paragraph under the title. class="tag" lets CSS make it grey and small.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&lt;p&gt; tag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&lt;/header&gt;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&lt;/header&gt;. Every tag you open you must close.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&lt;div&gt;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plain empty box you can style and fill later.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chat messages will go inside this one.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&lt;div id="chat" class="chat"&gt;&lt;/div&gt;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An empty &lt;div&gt; with id="chat". Empty for now - your messages will fill it later.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&lt;div&gt; tag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&lt;form&gt;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Groups a text box and a button that work together.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Pressing Enter inside it acts like clicking the button.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&lt;form id="composer" class="composer"&gt;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Opens a &lt;form&gt; with id="composer": the text box and Send button belong together.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&lt;form&gt; tag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&lt;input&gt;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the student types into.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placeholder is the grey hint shown while it is empty.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&lt;input id="prompt" placeholder="Say something..." autocomplete="off"&gt;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&lt;input&gt; the student types in. placeholder is the faint hint; autocomplete off hides suggestions.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&lt;input&gt; tag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&lt;button&gt;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button you can click - here, Send.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type=submit makes it send the form.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  &lt;button id="send" type="submit"&gt;Send&lt;/button&gt;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Send &lt;button&gt;. type="submit" means clicking it (or pressing Enter) sends the form.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&lt;button&gt; tag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&lt;/form&gt;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&lt;/form&gt;.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&lt;/main&gt;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&lt;/main&gt;. The visible page is complete.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 make the other files yourself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A project starts with just index.html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+ File in the Files panel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things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things do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Making the file is not enough. The page has to be told.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&lt;link&gt;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pulls another file into your page.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rel says what it is (a stylesheet); href says where to find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&lt;link rel="stylesheet" href="style.css"&gt;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Loads style.css so the page uses your styles. rel says it is a stylesheet; href is the filename.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&lt;link&gt; tag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index.html - the boxes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style.css - what they look like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script.js - what they do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CSS rule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selector { property: value; }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selector picks WHAT to style; the properties say HOW.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body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&lt;body&gt;, the whole page. Everything between { and } styles it.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CSS rule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OUTSIDE a box, pushing other things away.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margin: 0 auto centres a box that has a width.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margin: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Removes the browser's default margin so nothing is pushed off the edge.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margin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Which typeface the text uses.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tries the fonts in order until one works.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font-family: Arial, Helvetica, sans-serif;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Sets the font. The browser uses the first one it has.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font-family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background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fill colour behind the box.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#eef2f7;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page's background colour, a soft blue-grey.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background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color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colour of the text itself.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color: #1f2a37;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default text colour, a dark near-black.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color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body rule.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.app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.app - the &lt;main&gt; box we labelled earlier.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CSS rule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max-width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width the box will never grow past.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Keeps lines short enough to read comfortably.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max-width: 620px;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It never grows wider than 620px, so lines stay easy to read.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max-width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margin: 0 auto;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margin: 0 auto centres it: no top/bottom margin, equal left/right.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margin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padding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INSIDE a box, between its edge and its contents.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20px;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box so text is not jammed against the edge.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padding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.app rule.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big the text is, usually in px.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.top h1 { margin: 0 0 4px; font-size: 26px;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Styles the &lt;h1&gt; inside .top: no margin except a little below, and a 26px size. (A one-line rule.)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margin, font-size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.tag { margin: 0 0 18px; color: #6b7787;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Styles the .tag paragraph: spaced below, grey, and small.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margin, color, font-size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.chat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.chat box.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CSS rule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min-height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box is at least this tall, even when empty.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min-height: 260px;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Keeps it at least 260px tall so it reads as a chat area even when empty.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min-height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12px;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chat box.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padding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white background so messages stand out from the page.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background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around the edge: thickness, style, then colour.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thin grey line around it.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border-radius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Rounds the corners. Bigger number, rounder.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Rounds the corners a little.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border-radius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.chat rule.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display: flex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Lays a box's children in a ROW instead of stacking them.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Perfect for the text box and Send button side by side.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space between children in a flex row.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{ display: flex; gap: 8px; margin-top: 12px;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Lays the form's children in a row with a small gap and a little space above. display: flex is the key part.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display: flex, gap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input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input inside .composer.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CSS rule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flex: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Tells one flex child to stretch and fill the leftover space.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text box grows; the button stays its own size.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flex: 1;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flex: 1 makes the text box stretch to fill the space the button leaves.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flex: 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11px;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Space inside the text box.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padding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thin grey border to match the chat box.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Rounded corners.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border-radius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Comfortable text size.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font-size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input rule.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.composer button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Starts a rule for the button inside .composer.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CSS rule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padding: 11px 18px;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Padding to make the button a comfortable size to tap.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padding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border: 0;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border: 0 removes the default button outline.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Rounded corners.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border-radius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background: #01aefd;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brand blue as its background.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background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color: #ffffff;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White text on the blue.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color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font-size: 15px;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Readable text size.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font-size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cursor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mouse-pointer shape.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pointer shows a hand, so it looks clickable.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  cursor: pointer;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cursor: pointer shows a hand so it looks clickable.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cursor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style.css   -   line 37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Closes the button rule.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script goes at the 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browser reads top to bottom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At the top, the boxes do not exist yet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script cannot find a page that has not been made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Move it up, press Run, watch it break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&lt;script&gt;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Loads script.js, the code that makes the page do things.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goes LAST so the boxes exist before the code looks for them.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index.html   -   line 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&lt;script src="script.js"&gt;&lt;/script&gt;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Loads your JavaScript. It sits at the very bottom so every box above already exists when the code runs.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The &lt;script&gt; tag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Two buttons you will use every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- nothing happens until you press it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Console - where your code talks to you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 comment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line starting with // that the computer ignores.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is a note for the humans reading the code.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Week 1: prove the JavaScript file is really running.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comment: a note for you, ignored by the computer.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comment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console.log()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prints a message to the console panel.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Your window into what the code is doing.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console.log('My AI companion is starting up.');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console.log prints a message to the console panel - proof the file is running.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console.log()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Can this script see the page yet? Down here, yes.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Another comment, explaining the check below.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comment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Move the &lt;script&gt; tag to the TOP of index.html and this prints false,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A comment continued: what would happen if the script ran too early.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comment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// because the boxes have not been made yet. That is why it goes last.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The comment's last line: which is why the &lt;script&gt; tag goes at the bottom.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A comment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document.getElementById()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JAVASCRIPT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built-in that finds a box on the page by its id.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Hands you the box, or null if it is not there.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300" b="1">
                <a:solidFill>
                  <a:srgbClr val="01AEFD"/>
                </a:solidFill>
              </a:rPr>
              <a:t>Type this into script.js   -   line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417320"/>
            <a:ext cx="111556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700">
                <a:solidFill>
                  <a:srgbClr val="7FE0A0"/>
                </a:solidFill>
                <a:latin typeface="Consolas"/>
              </a:rPr>
              <a:t>console.log('Can I see the chat box?', document.getElementById('chat') !== null);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880360"/>
            <a:ext cx="110642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DCECEF"/>
                </a:solidFill>
              </a:rPr>
              <a:t>getElementById looks for the chat box; !== null is true only if it was found. Because the script is at the bottom, it prints true.</a:t>
            </a:r>
          </a:p>
          <a:p>
            <a:pPr>
              <a:spcBef>
                <a:spcPts val="1800"/>
              </a:spcBef>
            </a:pPr>
            <a:r>
              <a:rPr sz="1500">
                <a:solidFill>
                  <a:srgbClr val="6D8C97"/>
                </a:solidFill>
              </a:rPr>
              <a:t>covers: console.log(), document.getElementById()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id = a name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&lt;div id="chat"&gt;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Next week JavaScript uses that name to find the box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Names must be spelled exactly the same in both files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Your turn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Make it yours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title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the colours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Press 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