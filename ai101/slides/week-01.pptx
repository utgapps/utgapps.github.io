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3  </a:t>
            </a:r>
            <a:r>
              <a:rPr sz="1700">
                <a:solidFill>
                  <a:srgbClr val="7FE0A0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4  </a:t>
            </a:r>
            <a:r>
              <a:rPr sz="1700">
                <a:solidFill>
                  <a:srgbClr val="7FE0A0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5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7  </a:t>
            </a:r>
            <a:r>
              <a:rPr sz="17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(2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(3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12  </a:t>
            </a:r>
            <a:r>
              <a:rPr sz="17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(4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13  </a:t>
            </a:r>
            <a:r>
              <a:rPr sz="17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make the other files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project starts with just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File in the Files panel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things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things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Making the file is not enough. The page has to be told.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1  </a:t>
            </a:r>
            <a:r>
              <a:rPr sz="1700">
                <a:solidFill>
                  <a:srgbClr val="7FE0A0"/>
                </a:solidFill>
                <a:latin typeface="Consolas"/>
              </a:rPr>
              <a:t>&lt;link rel="stylesheet" href="style.css"&gt;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2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(1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1  </a:t>
            </a:r>
            <a:r>
              <a:rPr sz="17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2  </a:t>
            </a:r>
            <a:r>
              <a:rPr sz="17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3  </a:t>
            </a:r>
            <a:r>
              <a:rPr sz="17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4  </a:t>
            </a:r>
            <a:r>
              <a:rPr sz="17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5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7  </a:t>
            </a:r>
            <a:r>
              <a:rPr sz="14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8  </a:t>
            </a:r>
            <a:r>
              <a:rPr sz="14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9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10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7FE0A0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22  </a:t>
            </a:r>
            <a:r>
              <a:rPr sz="1400">
                <a:solidFill>
                  <a:srgbClr val="7FE0A0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23  </a:t>
            </a:r>
            <a:r>
              <a:rPr sz="1400">
                <a:solidFill>
                  <a:srgbClr val="7FE0A0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24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25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26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27  </a:t>
            </a:r>
            <a:r>
              <a:rPr sz="14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28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29  </a:t>
            </a:r>
            <a:r>
              <a:rPr sz="1400">
                <a:solidFill>
                  <a:srgbClr val="7FE0A0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30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31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32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33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34  </a:t>
            </a:r>
            <a:r>
              <a:rPr sz="14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(4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36  </a:t>
            </a:r>
            <a:r>
              <a:rPr sz="17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37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script goes at the 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reads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the top, the boxes do not exist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script cannot find a page that has not been made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Move it up, press Run, watch it break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14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15  </a:t>
            </a:r>
            <a:r>
              <a:rPr sz="1700">
                <a:solidFill>
                  <a:srgbClr val="7FE0A0"/>
                </a:solidFill>
                <a:latin typeface="Consolas"/>
              </a:rPr>
              <a:t>&lt;script src="script.js"&gt;&lt;/script&gt;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1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2  </a:t>
            </a:r>
            <a:r>
              <a:rPr sz="17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3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4  </a:t>
            </a:r>
            <a:r>
              <a:rPr sz="17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5  </a:t>
            </a:r>
            <a:r>
              <a:rPr sz="17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7  </a:t>
            </a:r>
            <a:r>
              <a:rPr sz="17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