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Knobs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temperature 0 vs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do you prefer?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Better question: when would each be right?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temperature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model ranks every possible next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0 - always take the top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1.4 - often take a lower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genuinely all it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- about a second, a bit simple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- slower, thinks better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Both share one graphics card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Sliders give you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Number(tempBox.value)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"0.7" is not 0.7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 the wrong one and you get a 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22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23  </a:t>
            </a:r>
            <a:r>
              <a:rPr sz="14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75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76  </a:t>
            </a:r>
            <a:r>
              <a:rPr sz="17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77  </a:t>
            </a:r>
            <a:r>
              <a:rPr sz="1700">
                <a:solidFill>
                  <a:srgbClr val="7FE0A0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78  </a:t>
            </a:r>
            <a:r>
              <a:rPr sz="1700">
                <a:solidFill>
                  <a:srgbClr val="7FE0A0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79  </a:t>
            </a:r>
            <a:r>
              <a:rPr sz="1700">
                <a:solidFill>
                  <a:srgbClr val="7FE0A0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80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81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82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83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16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17  </a:t>
            </a:r>
            <a:r>
              <a:rPr sz="17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18  </a:t>
            </a:r>
            <a:r>
              <a:rPr sz="17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19  </a:t>
            </a:r>
            <a:r>
              <a:rPr sz="17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20  </a:t>
            </a:r>
            <a:r>
              <a:rPr sz="17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DCECEF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(4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112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113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114  </a:t>
            </a:r>
            <a:r>
              <a:rPr sz="17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115  </a:t>
            </a:r>
            <a:r>
              <a:rPr sz="17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116  </a:t>
            </a:r>
            <a:r>
              <a:rPr sz="17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(5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(6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102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103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104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105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106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107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(7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109  </a:t>
            </a:r>
            <a:r>
              <a:rPr sz="17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110  </a:t>
            </a:r>
            <a:r>
              <a:rPr sz="17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111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rule of a fair experiment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1.4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Report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Evidence, not opinion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is better" - weak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kept the 40-word rule, fast ignored it" - strong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