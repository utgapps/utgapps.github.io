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Knobs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Same question. Two answers.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temperature 0 vs 1.4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Which do you prefer?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Better question: when would each be right?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temperature really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model ranks every possible next word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0 - always take the top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1.4 - often take a lower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genuinely all it 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fast vs smart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fast - about a second, a bit simple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smart - slower, thinks better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Both share one graphics card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Sliders give you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Number(tempBox.value)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"0.7" is not 0.7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Send the wrong one and you get a 400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index.html  (1 of 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12  </a:t>
            </a:r>
            <a:r>
              <a:rPr sz="1400">
                <a:solidFill>
                  <a:srgbClr val="7FE0A0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13  </a:t>
            </a:r>
            <a:r>
              <a:rPr sz="1400">
                <a:solidFill>
                  <a:srgbClr val="7FE0A0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14  </a:t>
            </a:r>
            <a:r>
              <a:rPr sz="1400">
                <a:solidFill>
                  <a:srgbClr val="7FE0A0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15  </a:t>
            </a:r>
            <a:r>
              <a:rPr sz="1400">
                <a:solidFill>
                  <a:srgbClr val="7FE0A0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16  </a:t>
            </a:r>
            <a:r>
              <a:rPr sz="1400">
                <a:solidFill>
                  <a:srgbClr val="7FE0A0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17  </a:t>
            </a:r>
            <a:r>
              <a:rPr sz="1400">
                <a:solidFill>
                  <a:srgbClr val="7FE0A0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18  </a:t>
            </a:r>
            <a:r>
              <a:rPr sz="1400">
                <a:solidFill>
                  <a:srgbClr val="7FE0A0"/>
                </a:solidFill>
                <a:latin typeface="Consolas"/>
              </a:rPr>
              <a:t>      &lt;/select&gt;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19  </a:t>
            </a:r>
            <a:r>
              <a:rPr sz="1400">
                <a:solidFill>
                  <a:srgbClr val="7FE0A0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20  </a:t>
            </a:r>
            <a:r>
              <a:rPr sz="1400">
                <a:solidFill>
                  <a:srgbClr val="7FE0A0"/>
                </a:solidFill>
                <a:latin typeface="Consolas"/>
              </a:rPr>
              <a:t>    &lt;label&gt;Imagination &lt;output id="tempOut"&gt;0.7&lt;/output&gt;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21  </a:t>
            </a:r>
            <a:r>
              <a:rPr sz="1400">
                <a:solidFill>
                  <a:srgbClr val="7FE0A0"/>
                </a:solidFill>
                <a:latin typeface="Consolas"/>
              </a:rPr>
              <a:t>      &lt;input id="temp" type="range" min="0" max="1.5" step="0.1" value="0.7"&gt;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22  </a:t>
            </a:r>
            <a:r>
              <a:rPr sz="1400">
                <a:solidFill>
                  <a:srgbClr val="7FE0A0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23  </a:t>
            </a:r>
            <a:r>
              <a:rPr sz="1400">
                <a:solidFill>
                  <a:srgbClr val="7FE0A0"/>
                </a:solidFill>
                <a:latin typeface="Consolas"/>
              </a:rPr>
              <a:t>  &lt;/div&gt;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(2 of 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75  </a:t>
            </a:r>
            <a:r>
              <a:rPr sz="1700">
                <a:solidFill>
                  <a:srgbClr val="7FE0A0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76  </a:t>
            </a:r>
            <a:r>
              <a:rPr sz="1700">
                <a:solidFill>
                  <a:srgbClr val="7FE0A0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77  </a:t>
            </a:r>
            <a:r>
              <a:rPr sz="1700">
                <a:solidFill>
                  <a:srgbClr val="7FE0A0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78  </a:t>
            </a:r>
            <a:r>
              <a:rPr sz="1700">
                <a:solidFill>
                  <a:srgbClr val="7FE0A0"/>
                </a:solidFill>
                <a:latin typeface="Consolas"/>
              </a:rPr>
              <a:t>  flex-wrap: wrap;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79  </a:t>
            </a:r>
            <a:r>
              <a:rPr sz="1700">
                <a:solidFill>
                  <a:srgbClr val="7FE0A0"/>
                </a:solidFill>
                <a:latin typeface="Consolas"/>
              </a:rPr>
              <a:t>  margin-bottom: 12px;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80  </a:t>
            </a:r>
            <a:r>
              <a:rPr sz="1700">
                <a:solidFill>
                  <a:srgbClr val="7FE0A0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81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82  </a:t>
            </a:r>
            <a:r>
              <a:rPr sz="1700">
                <a:solidFill>
                  <a:srgbClr val="7FE0A0"/>
                </a:solidFill>
                <a:latin typeface="Consolas"/>
              </a:rPr>
              <a:t>.controls label { display: grid; gap: 4px;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83  </a:t>
            </a:r>
            <a:r>
              <a:rPr sz="1700">
                <a:solidFill>
                  <a:srgbClr val="7FE0A0"/>
                </a:solidFill>
                <a:latin typeface="Consolas"/>
              </a:rPr>
              <a:t>.controls select, .controls input { font-size: 14px; 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(3 of 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16  </a:t>
            </a:r>
            <a:r>
              <a:rPr sz="17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17  </a:t>
            </a:r>
            <a:r>
              <a:rPr sz="1700">
                <a:solidFill>
                  <a:srgbClr val="DCECEF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18  </a:t>
            </a:r>
            <a:r>
              <a:rPr sz="1700">
                <a:solidFill>
                  <a:srgbClr val="DCECEF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19  </a:t>
            </a:r>
            <a:r>
              <a:rPr sz="1700">
                <a:solidFill>
                  <a:srgbClr val="DCECEF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20  </a:t>
            </a:r>
            <a:r>
              <a:rPr sz="1700">
                <a:solidFill>
                  <a:srgbClr val="DCECEF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21  </a:t>
            </a:r>
            <a:r>
              <a:rPr sz="1700">
                <a:solidFill>
                  <a:srgbClr val="DCECEF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22  </a:t>
            </a:r>
            <a:r>
              <a:rPr sz="1700">
                <a:solidFill>
                  <a:srgbClr val="DCECEF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23  </a:t>
            </a:r>
            <a:r>
              <a:rPr sz="1700">
                <a:solidFill>
                  <a:srgbClr val="7FE0A0"/>
                </a:solidFill>
                <a:latin typeface="Consolas"/>
              </a:rPr>
              <a:t>const modelBox = document.getElementById('model');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24  </a:t>
            </a:r>
            <a:r>
              <a:rPr sz="1700">
                <a:solidFill>
                  <a:srgbClr val="7FE0A0"/>
                </a:solidFill>
                <a:latin typeface="Consolas"/>
              </a:rPr>
              <a:t>const tempBox = document.getElementById('temp');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25  </a:t>
            </a:r>
            <a:r>
              <a:rPr sz="1700">
                <a:solidFill>
                  <a:srgbClr val="7FE0A0"/>
                </a:solidFill>
                <a:latin typeface="Consolas"/>
              </a:rPr>
              <a:t>const tempOut = document.getElementById('tempOut');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(4 of 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112  </a:t>
            </a:r>
            <a:r>
              <a:rPr sz="17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113  </a:t>
            </a:r>
            <a:r>
              <a:rPr sz="1700">
                <a:solidFill>
                  <a:srgbClr val="7FE0A0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114  </a:t>
            </a:r>
            <a:r>
              <a:rPr sz="1700">
                <a:solidFill>
                  <a:srgbClr val="7FE0A0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115  </a:t>
            </a:r>
            <a:r>
              <a:rPr sz="1700">
                <a:solidFill>
                  <a:srgbClr val="7FE0A0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116  </a:t>
            </a:r>
            <a:r>
              <a:rPr sz="17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(5 of 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79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80  </a:t>
            </a:r>
            <a:r>
              <a:rPr sz="1400">
                <a:solidFill>
                  <a:srgbClr val="DCECEF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81  </a:t>
            </a:r>
            <a:r>
              <a:rPr sz="1400">
                <a:solidFill>
                  <a:srgbClr val="DCECEF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82  </a:t>
            </a:r>
            <a:r>
              <a:rPr sz="1400">
                <a:solidFill>
                  <a:srgbClr val="DCECEF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83  </a:t>
            </a:r>
            <a:r>
              <a:rPr sz="1400">
                <a:solidFill>
                  <a:srgbClr val="DCECEF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84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85  </a:t>
            </a:r>
            <a:r>
              <a:rPr sz="1400">
                <a:solidFill>
                  <a:srgbClr val="DCECEF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86  </a:t>
            </a:r>
            <a:r>
              <a:rPr sz="1400">
                <a:solidFill>
                  <a:srgbClr val="DCECEF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87  </a:t>
            </a:r>
            <a:r>
              <a:rPr sz="1400">
                <a:solidFill>
                  <a:srgbClr val="DCECEF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88  </a:t>
            </a:r>
            <a:r>
              <a:rPr sz="1400">
                <a:solidFill>
                  <a:srgbClr val="DCECEF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89  </a:t>
            </a:r>
            <a:r>
              <a:rPr sz="1400">
                <a:solidFill>
                  <a:srgbClr val="DCECEF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90  </a:t>
            </a:r>
            <a:r>
              <a:rPr sz="1400">
                <a:solidFill>
                  <a:srgbClr val="DCECEF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91  </a:t>
            </a:r>
            <a:r>
              <a:rPr sz="1400">
                <a:solidFill>
                  <a:srgbClr val="7FE0A0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92  </a:t>
            </a:r>
            <a:r>
              <a:rPr sz="1400">
                <a:solidFill>
                  <a:srgbClr val="7FE0A0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93  </a:t>
            </a:r>
            <a:r>
              <a:rPr sz="1400">
                <a:solidFill>
                  <a:srgbClr val="DCECEF"/>
                </a:solidFill>
                <a:latin typeface="Consolas"/>
              </a:rPr>
              <a:t>      messages: [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(6 of 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94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95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96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97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98  </a:t>
            </a:r>
            <a:r>
              <a:rPr sz="1400">
                <a:solidFill>
                  <a:srgbClr val="DCECEF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99  </a:t>
            </a:r>
            <a:r>
              <a:rPr sz="1400">
                <a:solidFill>
                  <a:srgbClr val="DCECEF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100  </a:t>
            </a:r>
            <a:r>
              <a:rPr sz="1400">
                <a:solidFill>
                  <a:srgbClr val="DCECEF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101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102  </a:t>
            </a:r>
            <a:r>
              <a:rPr sz="1400">
                <a:solidFill>
                  <a:srgbClr val="DCECEF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103  </a:t>
            </a:r>
            <a:r>
              <a:rPr sz="1400">
                <a:solidFill>
                  <a:srgbClr val="DCECEF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104  </a:t>
            </a:r>
            <a:r>
              <a:rPr sz="1400">
                <a:solidFill>
                  <a:srgbClr val="DCECEF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105  </a:t>
            </a:r>
            <a:r>
              <a:rPr sz="1400">
                <a:solidFill>
                  <a:srgbClr val="DCECEF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106  </a:t>
            </a:r>
            <a:r>
              <a:rPr sz="1400">
                <a:solidFill>
                  <a:srgbClr val="DCECEF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107  </a:t>
            </a:r>
            <a:r>
              <a:rPr sz="1400">
                <a:solidFill>
                  <a:srgbClr val="DCECEF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108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(7 of 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109  </a:t>
            </a:r>
            <a:r>
              <a:rPr sz="1700">
                <a:solidFill>
                  <a:srgbClr val="DCECEF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110  </a:t>
            </a:r>
            <a:r>
              <a:rPr sz="1700">
                <a:solidFill>
                  <a:srgbClr val="DCECEF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111  </a:t>
            </a:r>
            <a:r>
              <a:rPr sz="17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Change ONE 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rule of a fair experiment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fast /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fast / 1.4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smart /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smart / 1.4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Report 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Evidence, not opinion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"smart is better" - weak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"smart kept the 40-word rule, fast ignored it" - strong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