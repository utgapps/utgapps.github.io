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Knobs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answers.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temperature 0 vs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do you prefer?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Better question: when would each be right?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temperature really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model ranks every possible next word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0 - always take the top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1.4 - often take a lower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genuinely all it 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fast vs smart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- about a second, a bit simple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- slower, thinks better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Both share one graphics card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Sliders give you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Number(tempBox.value)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"0.7" is not 0.7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Send the wrong one and you get a 400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&lt;div class="controls"&gt;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&lt;label&gt;Brain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7FE0A0"/>
                </a:solidFill>
                <a:latin typeface="Consolas"/>
              </a:rPr>
              <a:t>      &lt;select id="model"&gt;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&lt;option value="fast"&gt;fast &amp;ndash; quick, a bit simple&lt;/option&gt;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7FE0A0"/>
                </a:solidFill>
                <a:latin typeface="Consolas"/>
              </a:rPr>
              <a:t>        &lt;option value="smart"&gt;smart &amp;ndash; better, slower&lt;/option&gt;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7FE0A0"/>
                </a:solidFill>
                <a:latin typeface="Consolas"/>
              </a:rPr>
              <a:t>      &lt;/select&gt;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&lt;label&gt;Imagination &lt;output id="tempOut"&gt;0.7&lt;/output&gt;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18  </a:t>
            </a:r>
            <a:r>
              <a:rPr sz="1700">
                <a:solidFill>
                  <a:srgbClr val="7FE0A0"/>
                </a:solidFill>
                <a:latin typeface="Consolas"/>
              </a:rPr>
              <a:t>      &lt;input id="temp" type="range" min="0" max="1.5" step="0.1" value="0.7"&gt;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19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&lt;/label&gt;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20  </a:t>
            </a:r>
            <a:r>
              <a:rPr sz="1700">
                <a:solidFill>
                  <a:srgbClr val="7FE0A0"/>
                </a:solidFill>
                <a:latin typeface="Consolas"/>
              </a:rPr>
              <a:t>  &lt;/div&gt;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75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76  </a:t>
            </a:r>
            <a:r>
              <a:rPr sz="1700">
                <a:solidFill>
                  <a:srgbClr val="7FE0A0"/>
                </a:solidFill>
                <a:latin typeface="Consolas"/>
              </a:rPr>
              <a:t>  display: flex;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77  </a:t>
            </a:r>
            <a:r>
              <a:rPr sz="1700">
                <a:solidFill>
                  <a:srgbClr val="7FE0A0"/>
                </a:solidFill>
                <a:latin typeface="Consolas"/>
              </a:rPr>
              <a:t>  gap: 18px;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78  </a:t>
            </a:r>
            <a:r>
              <a:rPr sz="1700">
                <a:solidFill>
                  <a:srgbClr val="7FE0A0"/>
                </a:solidFill>
                <a:latin typeface="Consolas"/>
              </a:rPr>
              <a:t>  flex-wrap: wrap;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79  </a:t>
            </a:r>
            <a:r>
              <a:rPr sz="1700">
                <a:solidFill>
                  <a:srgbClr val="7FE0A0"/>
                </a:solidFill>
                <a:latin typeface="Consolas"/>
              </a:rPr>
              <a:t>  margin-bottom: 12px;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80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81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82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label { display: grid; gap: 4px;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83  </a:t>
            </a:r>
            <a:r>
              <a:rPr sz="1700">
                <a:solidFill>
                  <a:srgbClr val="7FE0A0"/>
                </a:solidFill>
                <a:latin typeface="Consolas"/>
              </a:rPr>
              <a:t>.controls select, .controls input { font-size: 14px;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13  </a:t>
            </a:r>
            <a:r>
              <a:rPr sz="17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14  </a:t>
            </a:r>
            <a:r>
              <a:rPr sz="17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15  </a:t>
            </a:r>
            <a:r>
              <a:rPr sz="1700">
                <a:solidFill>
                  <a:srgbClr val="7FE0A0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16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17  </a:t>
            </a:r>
            <a:r>
              <a:rPr sz="1700">
                <a:solidFill>
                  <a:srgbClr val="7FE0A0"/>
                </a:solidFill>
                <a:latin typeface="Consolas"/>
              </a:rPr>
              <a:t>const tempOut = document.getElementById('tempOut');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101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102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103  </a:t>
            </a:r>
            <a:r>
              <a:rPr sz="1700">
                <a:solidFill>
                  <a:srgbClr val="7FE0A0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104  </a:t>
            </a:r>
            <a:r>
              <a:rPr sz="1700">
                <a:solidFill>
                  <a:srgbClr val="7FE0A0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105  </a:t>
            </a:r>
            <a:r>
              <a:rPr sz="17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(5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DCECEF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async function askAI()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72  </a:t>
            </a:r>
            <a:r>
              <a:rPr sz="1400">
                <a:solidFill>
                  <a:srgbClr val="DCECEF"/>
                </a:solidFill>
                <a:latin typeface="Consolas"/>
              </a:rPr>
              <a:t>  trimHistory();   // week 8: never send more than the server will read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74  </a:t>
            </a:r>
            <a:r>
              <a:rPr sz="1400">
                <a:solidFill>
                  <a:srgbClr val="DCECEF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75  </a:t>
            </a:r>
            <a:r>
              <a:rPr sz="1400">
                <a:solidFill>
                  <a:srgbClr val="DCECEF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76  </a:t>
            </a:r>
            <a:r>
              <a:rPr sz="1400">
                <a:solidFill>
                  <a:srgbClr val="DCECEF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77  </a:t>
            </a:r>
            <a:r>
              <a:rPr sz="1400">
                <a:solidFill>
                  <a:srgbClr val="DCECEF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78  </a:t>
            </a:r>
            <a:r>
              <a:rPr sz="1400">
                <a:solidFill>
                  <a:srgbClr val="DCECEF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79  </a:t>
            </a:r>
            <a:r>
              <a:rPr sz="1400">
                <a:solidFill>
                  <a:srgbClr val="DCECEF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80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modelBox.value,                    // week 9: chosen on the page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81  </a:t>
            </a:r>
            <a:r>
              <a:rPr sz="1400">
                <a:solidFill>
                  <a:srgbClr val="7FE0A0"/>
                </a:solidFill>
                <a:latin typeface="Consolas"/>
              </a:rPr>
              <a:t>      temperature: Number(tempBox.value),       // 0 = careful, 1.5 = wild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82  </a:t>
            </a:r>
            <a:r>
              <a:rPr sz="1400">
                <a:solidFill>
                  <a:srgbClr val="DCECEF"/>
                </a:solidFill>
                <a:latin typeface="Consolas"/>
              </a:rPr>
              <a:t>      messages: [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(6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83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{ role: 'system', content: personaBox.value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// Week 7: everything said so far, oldest first.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      ...history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    ]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DCECEF"/>
                </a:solidFill>
                <a:latin typeface="Consolas"/>
              </a:rPr>
              <a:t>  // Week 5: fetch does NOT throw when the server says no. A 429 arrives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DCECEF"/>
                </a:solidFill>
                <a:latin typeface="Consolas"/>
              </a:rPr>
              <a:t>  // looking just like a success until you actually check.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DCECEF"/>
                </a:solidFill>
                <a:latin typeface="Consolas"/>
              </a:rPr>
              <a:t>  if (!res.ok)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DCECEF"/>
                </a:solidFill>
                <a:latin typeface="Consolas"/>
              </a:rPr>
              <a:t>    const problem = await res.json();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DCECEF"/>
                </a:solidFill>
                <a:latin typeface="Consolas"/>
              </a:rPr>
              <a:t>    throw new Error(explain(res.status, problem));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DCECEF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(7 of 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98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DCECEF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100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Change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rule of a fair experiment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fast / 1.4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0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smart / 1.4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Report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Evidence, not opinion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is better" - weak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"smart kept the 40-word rule, fast ignored it" - strong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