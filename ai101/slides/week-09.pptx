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Knobs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Same question. Two answers.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temperature 0 vs 1.4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Which do you prefer?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Better question: when would each be right?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temperature really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model ranks every possible next 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0 - always take the top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1.4 - often take a lower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That is genuinely all it 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fast vs smart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fast - about a second, a bit simple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smart - slower, thinks better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Both share one graphics card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Sliders give you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Number(tempBox.value)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"0.7" is not 0.7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Send the wrong one and you get a 400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&lt;div class="controls"&gt;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row to hold the settings. class="controls" is a label for CSS.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&lt;label&gt;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&lt;label&gt;Brain &lt;select&gt;...&lt;/select&gt;&lt;/label&gt;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Ties a piece of text to a control (an input or a dropdown).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Clicking the text focuses the control it wraps.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groups things the way &lt;form&gt; (week 2) grouped the box and button.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&lt;label&gt;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3452" y="4818156"/>
            <a:ext cx="3975079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A &lt;label&gt; names the box it sits beside.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&lt;div class="controls"&gt;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&lt;!-- The two value="" names are the only model names in the project. --&gt;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&lt;label&gt;Brain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&lt;label&gt; reading 'Brain', wrapping the model dropdown.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&lt;select&gt;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&lt;select id="model"&gt; ... &lt;/select&gt;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dropdown menu.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Whatever the student picks, the code reads with .value (week 2).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choice inside it is an &lt;option&gt;.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&lt;select&gt;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3452" y="4371197"/>
            <a:ext cx="1502542" cy="304312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The model &lt;select&gt; is this dropdown.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&lt;div class="controls"&gt;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&lt;!-- The two value="" names are the only model names in the project. --&gt;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&lt;label&gt;Brain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  &lt;select id="model"&gt;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&lt;select&gt; is a dropdown. id="model" lets the code read the choice.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&lt;option&gt;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&lt;option value="fast"&gt;fast&lt;/option&gt;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choice inside a &lt;select&gt;.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value= is what the code actually sends - here, the model name.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Like the value= on an &lt;input&gt;, but picked from a list.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&lt;option&gt;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3452" y="4371197"/>
            <a:ext cx="1502542" cy="304312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Each &lt;option&gt; is a choice inside this dropdown.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&lt;div class="controls"&gt;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&lt;!-- The two value="" names are the only model names in the project. --&gt;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&lt;label&gt;Brain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  &lt;select id="model"&gt;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&lt;option value="fast"&gt;fast &amp;ndash; quick, a bit simple&lt;/option&gt;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&lt;option&gt;. Its value="fast" is what the code sends as the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&lt;div class="controls"&gt;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&lt;!-- The two value="" names are the only model names in the project. --&gt;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&lt;label&gt;Brain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  &lt;select id="model"&gt;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&lt;option value="fast"&gt;fast &amp;ndash; quick, a bit simple&lt;/option&gt;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&lt;option value="smart"&gt;smart &amp;ndash; better, slower&lt;/option&gt;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other option: value="smart", the bigger, slower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&lt;div class="controls"&gt;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&lt;!-- The two value="" names are the only model names in the project. --&gt;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&lt;label&gt;Brain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  &lt;select id="model"&gt;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&lt;option value="fast"&gt;fast &amp;ndash; quick, a bit simple&lt;/option&gt;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&lt;option value="smart"&gt;smart &amp;ndash; better, slower&lt;/option&gt;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  &lt;/select&gt;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dropdown.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&lt;div class="controls"&gt;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&lt;!-- The two value="" names are the only model names in the project. --&gt;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&lt;label&gt;Brain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  &lt;select id="model"&gt;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&lt;option value="fast"&gt;fast &amp;ndash; quick, a bit simple&lt;/option&gt;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&lt;option value="smart"&gt;smart &amp;ndash; better, slower&lt;/option&gt;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&lt;/select&gt;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&lt;/label&gt;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Brain label.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&lt;output&gt;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&lt;output id="tempOut"&gt;0.7&lt;/output&gt;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little box for showing a value on the page.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fill it from code with .textContent (week 2).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Here it shows the slider's number so the setting means something.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&lt;output&gt;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4323648"/>
            <a:ext cx="5021153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&lt;output&gt; shows a value here, in the controls row.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&lt;div class="controls"&gt;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&lt;!-- The two value="" names are the only model names in the project. --&gt;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&lt;label&gt;Brain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  &lt;select id="model"&gt;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&lt;option value="fast"&gt;fast &amp;ndash; quick, a bit simple&lt;/option&gt;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&lt;option value="smart"&gt;smart &amp;ndash; better, slower&lt;/option&gt;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&lt;/select&gt;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&lt;/label&gt;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&lt;label&gt;Imagination &lt;output id="tempOut"&gt;0.7&lt;/output&gt;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label, and an &lt;output&gt; that shows the slider number (0.7 to start).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&lt;div class="controls"&gt;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&lt;!-- The two value="" names are the only model names in the project. --&gt;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&lt;label&gt;Brain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  &lt;select id="model"&gt;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&lt;option value="fast"&gt;fast &amp;ndash; quick, a bit simple&lt;/option&gt;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&lt;option value="smart"&gt;smart &amp;ndash; better, slower&lt;/option&gt;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&lt;/select&gt;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&lt;/label&gt;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&lt;label&gt;Imagination &lt;output id="tempOut"&gt;0.7&lt;/output&gt;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  &lt;input id="temp" type="range" min="0" max="1.5" step="0.1" value="0.7"&gt;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slider (type="range") from 0 to 1.5, stepping by 0.1, starting at 0.7.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&lt;div class="controls"&gt;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&lt;!-- The two value="" names are the only model names in the project. --&gt;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&lt;label&gt;Brain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&lt;select id="model"&gt;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&lt;option value="fast"&gt;fast &amp;ndash; quick, a bit simple&lt;/option&gt;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&lt;option value="smart"&gt;smart &amp;ndash; better, slower&lt;/option&gt;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&lt;/select&gt;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&lt;/label&gt;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&lt;label&gt;Imagination &lt;output id="tempOut"&gt;0.7&lt;/output&gt;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&lt;input id="temp" type="range" min="0" max="1.5" step="0.1" value="0.7"&gt;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&lt;/label&gt;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Imagination label.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&lt;div class="controls"&gt;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&lt;!-- The two value="" names are the only model names in the project. --&gt;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&lt;label&gt;Brain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&lt;select id="model"&gt;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&lt;option value="fast"&gt;fast &amp;ndash; quick, a bit simple&lt;/option&gt;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&lt;option value="smart"&gt;smart &amp;ndash; better, slower&lt;/option&gt;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&lt;/select&gt;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&lt;/label&gt;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&lt;label&gt;Imagination &lt;output id="tempOut"&gt;0.7&lt;/output&gt;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&lt;input id="temp" type="range" min="0" max="1.5" step="0.1" value="0.7"&gt;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&lt;/label&gt;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&lt;/div&gt;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controls row.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index.html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&lt;div class="controls"&gt;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&lt;!-- The two value="" names are the only model names in the project. --&gt;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&lt;label&gt;Brain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  &lt;select id="model"&gt;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&lt;option value="fast"&gt;fast &amp;ndash; quick, a bit simple&lt;/option&gt;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&lt;option value="smart"&gt;smart &amp;ndash; better, slower&lt;/option&gt;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&lt;/select&gt;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&lt;/label&gt;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    &lt;label&gt;Imagination &lt;output id="tempOut"&gt;0.7&lt;/output&gt;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  &lt;input id="temp" type="range" min="0" max="1.5" step="0.1" value="0.7"&gt;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&lt;/label&gt;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&lt;/div&gt;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&lt;select&gt; with &lt;option&gt;s makes...?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text box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dropdown menu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button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paragraph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&lt;select&gt; with &lt;option&gt;s makes...?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text box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dropdown menu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button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paragraph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select is a dropdown; each option is one choice in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 &lt;label&gt; 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Submitting the form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Naming the input beside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Styling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Holding an image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 &lt;label&gt; 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Submitting the form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Naming the input beside 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Styling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Holding an image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label names the control it sits next 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&lt;output&gt; is a good place to...?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type a message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load CSS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show a value the script sets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group buttons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&lt;output&gt; is a good place to...?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type a message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load CSS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show a value the script sets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group buttons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output displays a value your JavaScript fills in.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 (const m of list)  runs the body...? (from week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once total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forever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once per item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 (const m of list)  runs the body...? (from week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once total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forever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once per item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for...of runs the body once for each item in the list.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75  </a:t>
            </a:r>
            <a:r>
              <a:rPr sz="1800">
                <a:solidFill>
                  <a:srgbClr val="7FE0A0"/>
                </a:solidFill>
                <a:latin typeface="Consolas"/>
              </a:rPr>
              <a:t>.controls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Style the settings row.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75  </a:t>
            </a:r>
            <a:r>
              <a:rPr sz="1800">
                <a:solidFill>
                  <a:srgbClr val="6D8C97"/>
                </a:solidFill>
                <a:latin typeface="Consolas"/>
              </a:rPr>
              <a:t>.controls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7FE0A0"/>
                </a:solidFill>
                <a:latin typeface="Consolas"/>
              </a:rPr>
              <a:t>  display: flex;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Lay its children in a row.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75  </a:t>
            </a:r>
            <a:r>
              <a:rPr sz="1800">
                <a:solidFill>
                  <a:srgbClr val="6D8C97"/>
                </a:solidFill>
                <a:latin typeface="Consolas"/>
              </a:rPr>
              <a:t>.controls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6D8C97"/>
                </a:solidFill>
                <a:latin typeface="Consolas"/>
              </a:rPr>
              <a:t>  display: flex;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7FE0A0"/>
                </a:solidFill>
                <a:latin typeface="Consolas"/>
              </a:rPr>
              <a:t>  gap: 18px;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Space between them.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flex-wrap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flex-wrap: wrap;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Lets a flex ROW (week 2) spill onto a new line when it runs out of room.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Without it the items just squash to fit.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Keeps the settings usable on a narrow screen.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flex-wrap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4742078"/>
            <a:ext cx="5021153" cy="551566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flex-wrap lets a row spill onto a second line.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75  </a:t>
            </a:r>
            <a:r>
              <a:rPr sz="1800">
                <a:solidFill>
                  <a:srgbClr val="6D8C97"/>
                </a:solidFill>
                <a:latin typeface="Consolas"/>
              </a:rPr>
              <a:t>.controls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6D8C97"/>
                </a:solidFill>
                <a:latin typeface="Consolas"/>
              </a:rPr>
              <a:t>  display: flex;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6D8C97"/>
                </a:solidFill>
                <a:latin typeface="Consolas"/>
              </a:rPr>
              <a:t>  gap: 18px;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7FE0A0"/>
                </a:solidFill>
                <a:latin typeface="Consolas"/>
              </a:rPr>
              <a:t>  flex-wrap: wrap;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Let them wrap to a new line on a narrow screen instead of squashing.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75  </a:t>
            </a:r>
            <a:r>
              <a:rPr sz="1800">
                <a:solidFill>
                  <a:srgbClr val="6D8C97"/>
                </a:solidFill>
                <a:latin typeface="Consolas"/>
              </a:rPr>
              <a:t>.controls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6D8C97"/>
                </a:solidFill>
                <a:latin typeface="Consolas"/>
              </a:rPr>
              <a:t>  display: flex;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6D8C97"/>
                </a:solidFill>
                <a:latin typeface="Consolas"/>
              </a:rPr>
              <a:t>  gap: 18px;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6D8C97"/>
                </a:solidFill>
                <a:latin typeface="Consolas"/>
              </a:rPr>
              <a:t>  flex-wrap: wrap;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7FE0A0"/>
                </a:solidFill>
                <a:latin typeface="Consolas"/>
              </a:rPr>
              <a:t>  margin-bottom: 12px;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gap below the row.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75  </a:t>
            </a:r>
            <a:r>
              <a:rPr sz="1800">
                <a:solidFill>
                  <a:srgbClr val="6D8C97"/>
                </a:solidFill>
                <a:latin typeface="Consolas"/>
              </a:rPr>
              <a:t>.controls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6D8C97"/>
                </a:solidFill>
                <a:latin typeface="Consolas"/>
              </a:rPr>
              <a:t>  display: flex;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6D8C97"/>
                </a:solidFill>
                <a:latin typeface="Consolas"/>
              </a:rPr>
              <a:t>  gap: 18px;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6D8C97"/>
                </a:solidFill>
                <a:latin typeface="Consolas"/>
              </a:rPr>
              <a:t>  flex-wrap: wrap;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margin-bottom: 12px;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7FE0A0"/>
                </a:solidFill>
                <a:latin typeface="Consolas"/>
              </a:rPr>
              <a:t>  font-size: 14px;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Slightly smaller text.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75  </a:t>
            </a:r>
            <a:r>
              <a:rPr sz="1800">
                <a:solidFill>
                  <a:srgbClr val="6D8C97"/>
                </a:solidFill>
                <a:latin typeface="Consolas"/>
              </a:rPr>
              <a:t>.controls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6D8C97"/>
                </a:solidFill>
                <a:latin typeface="Consolas"/>
              </a:rPr>
              <a:t>  display: flex;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6D8C97"/>
                </a:solidFill>
                <a:latin typeface="Consolas"/>
              </a:rPr>
              <a:t>  gap: 18px;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6D8C97"/>
                </a:solidFill>
                <a:latin typeface="Consolas"/>
              </a:rPr>
              <a:t>  flex-wrap: wrap;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margin-bottom: 12px;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6D8C97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81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rule.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75  </a:t>
            </a:r>
            <a:r>
              <a:rPr sz="1800">
                <a:solidFill>
                  <a:srgbClr val="6D8C97"/>
                </a:solidFill>
                <a:latin typeface="Consolas"/>
              </a:rPr>
              <a:t>.controls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6D8C97"/>
                </a:solidFill>
                <a:latin typeface="Consolas"/>
              </a:rPr>
              <a:t>  display: flex;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6D8C97"/>
                </a:solidFill>
                <a:latin typeface="Consolas"/>
              </a:rPr>
              <a:t>  gap: 18px;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6D8C97"/>
                </a:solidFill>
                <a:latin typeface="Consolas"/>
              </a:rPr>
              <a:t>  flex-wrap: wrap;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margin-bottom: 12px;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6D8C97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81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82  </a:t>
            </a:r>
            <a:r>
              <a:rPr sz="1800">
                <a:solidFill>
                  <a:srgbClr val="7FE0A0"/>
                </a:solidFill>
                <a:latin typeface="Consolas"/>
              </a:rPr>
              <a:t>.controls label { display: grid; gap: 4px;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Each label stacks its text over its control, with a small gap.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75  </a:t>
            </a:r>
            <a:r>
              <a:rPr sz="1800">
                <a:solidFill>
                  <a:srgbClr val="6D8C97"/>
                </a:solidFill>
                <a:latin typeface="Consolas"/>
              </a:rPr>
              <a:t>.controls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6D8C97"/>
                </a:solidFill>
                <a:latin typeface="Consolas"/>
              </a:rPr>
              <a:t>  display: flex;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6D8C97"/>
                </a:solidFill>
                <a:latin typeface="Consolas"/>
              </a:rPr>
              <a:t>  gap: 18px;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6D8C97"/>
                </a:solidFill>
                <a:latin typeface="Consolas"/>
              </a:rPr>
              <a:t>  flex-wrap: wrap;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margin-bottom: 12px;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6D8C97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81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82  </a:t>
            </a:r>
            <a:r>
              <a:rPr sz="1800">
                <a:solidFill>
                  <a:srgbClr val="6D8C97"/>
                </a:solidFill>
                <a:latin typeface="Consolas"/>
              </a:rPr>
              <a:t>.controls label { display: grid; gap: 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83  </a:t>
            </a:r>
            <a:r>
              <a:rPr sz="1800">
                <a:solidFill>
                  <a:srgbClr val="7FE0A0"/>
                </a:solidFill>
                <a:latin typeface="Consolas"/>
              </a:rPr>
              <a:t>.controls select, .controls input { font-size: 14px;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Match the font size on the dropdown and the slider.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style.css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75  </a:t>
            </a:r>
            <a:r>
              <a:rPr sz="1800">
                <a:solidFill>
                  <a:srgbClr val="7FE0A0"/>
                </a:solidFill>
                <a:latin typeface="Consolas"/>
              </a:rPr>
              <a:t>.controls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7FE0A0"/>
                </a:solidFill>
                <a:latin typeface="Consolas"/>
              </a:rPr>
              <a:t>  display: flex;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7FE0A0"/>
                </a:solidFill>
                <a:latin typeface="Consolas"/>
              </a:rPr>
              <a:t>  gap: 18px;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7FE0A0"/>
                </a:solidFill>
                <a:latin typeface="Consolas"/>
              </a:rPr>
              <a:t>  flex-wrap: wrap;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7FE0A0"/>
                </a:solidFill>
                <a:latin typeface="Consolas"/>
              </a:rPr>
              <a:t>  margin-bottom: 12px;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7FE0A0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81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82  </a:t>
            </a:r>
            <a:r>
              <a:rPr sz="1800">
                <a:solidFill>
                  <a:srgbClr val="7FE0A0"/>
                </a:solidFill>
                <a:latin typeface="Consolas"/>
              </a:rPr>
              <a:t>.controls label { display: grid; gap: 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83  </a:t>
            </a:r>
            <a:r>
              <a:rPr sz="1800">
                <a:solidFill>
                  <a:srgbClr val="7FE0A0"/>
                </a:solidFill>
                <a:latin typeface="Consolas"/>
              </a:rPr>
              <a:t>.controls select, .controls input { font-size: 14px;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2: find the boxes we named in index.html.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// document.getElementById looks for the id= we wrote on each element.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const chat = document.getElementById('chat');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const composer = document.getElementById('composer');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const promptBox = document.getElementById('prompt');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const personaBox = document.getElementById('persona');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const modelBox = document.getElementById('model');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Find the model dropdown.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2: find the boxes we named in index.html.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// document.getElementById looks for the id= we wrote on each element.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const chat = document.getElementById('chat');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const composer = document.getElementById('composer');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const promptBox = document.getElementById('prompt');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const personaBox = document.getElementById('persona');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const modelBox = document.getElementById('model');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const tempBox = document.getElementById('temp');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Find the Imagination slider.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2: find the boxes we named in index.html.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// document.getElementById looks for the id= we wrote on each element.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const chat = document.getElementById('chat');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const composer = document.getElementById('composer');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const promptBox = document.getElementById('prompt');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const personaBox = document.getElementById('persona');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const modelBox = document.getElementById('model');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const tempBox = document.getElementById('temp');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const tempOut = document.getElementById('tempOut');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Find the little box that shows the slider's number.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// Week 2: find the boxes we named in index.html.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// document.getElementById looks for the id= we wrote on each element.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const chat = document.getElementById('chat');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const composer = document.getElementById('composer');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const promptBox = document.getElementById('prompt');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const personaBox = document.getElementById('persona');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const modelBox = document.getElementById('model');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const tempBox = document.getElementById('temp');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const tempOut = document.getElementById('tempOut');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113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114  </a:t>
            </a:r>
            <a:r>
              <a:rPr sz="1800">
                <a:solidFill>
                  <a:srgbClr val="7FE0A0"/>
                </a:solidFill>
                <a:latin typeface="Consolas"/>
              </a:rPr>
              <a:t>tempBox.addEventListener('input', function ()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When the slider MOVES ('input' fires on every nudge), run this.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113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114  </a:t>
            </a:r>
            <a:r>
              <a:rPr sz="1800">
                <a:solidFill>
                  <a:srgbClr val="6D8C97"/>
                </a:solidFill>
                <a:latin typeface="Consolas"/>
              </a:rPr>
              <a:t>tempBox.addEventListener('input', function 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115  </a:t>
            </a:r>
            <a:r>
              <a:rPr sz="1800">
                <a:solidFill>
                  <a:srgbClr val="7FE0A0"/>
                </a:solidFill>
                <a:latin typeface="Consolas"/>
              </a:rPr>
              <a:t>  tempOut.textContent = tempBox.value;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Copy the slider's value into the little output box, so the number updates live as you drag.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113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114  </a:t>
            </a:r>
            <a:r>
              <a:rPr sz="1800">
                <a:solidFill>
                  <a:srgbClr val="6D8C97"/>
                </a:solidFill>
                <a:latin typeface="Consolas"/>
              </a:rPr>
              <a:t>tempBox.addEventListener('input', function 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115  </a:t>
            </a:r>
            <a:r>
              <a:rPr sz="1800">
                <a:solidFill>
                  <a:srgbClr val="6D8C97"/>
                </a:solidFill>
                <a:latin typeface="Consolas"/>
              </a:rPr>
              <a:t>  tempOut.textContent = tempBox.value;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116  </a:t>
            </a:r>
            <a:r>
              <a:rPr sz="1800">
                <a:solidFill>
                  <a:srgbClr val="7FE0A0"/>
                </a:solidFill>
                <a:latin typeface="Consolas"/>
              </a:rP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listener.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112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113  </a:t>
            </a:r>
            <a:r>
              <a:rPr sz="1800">
                <a:solidFill>
                  <a:srgbClr val="7FE0A0"/>
                </a:solidFill>
                <a:latin typeface="Consolas"/>
              </a:rPr>
              <a:t>// Week 9: show the slider's value so the number means something.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114  </a:t>
            </a:r>
            <a:r>
              <a:rPr sz="1800">
                <a:solidFill>
                  <a:srgbClr val="7FE0A0"/>
                </a:solidFill>
                <a:latin typeface="Consolas"/>
              </a:rPr>
              <a:t>tempBox.addEventListener('input', function 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115  </a:t>
            </a:r>
            <a:r>
              <a:rPr sz="1800">
                <a:solidFill>
                  <a:srgbClr val="7FE0A0"/>
                </a:solidFill>
                <a:latin typeface="Consolas"/>
              </a:rPr>
              <a:t>  tempOut.textContent = tempBox.value;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116  </a:t>
            </a:r>
            <a:r>
              <a:rPr sz="1800">
                <a:solidFill>
                  <a:srgbClr val="7FE0A0"/>
                </a:solidFill>
                <a:latin typeface="Consolas"/>
              </a:rP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  trimHistory();   // week 8: never send more than the server will read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  model: 'fast',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  trimHistory();   // week 8: never send more than the server will read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7FE0A0"/>
                </a:solidFill>
                <a:latin typeface="Consolas"/>
              </a:rPr>
              <a:t>      model: modelBox.value,                    // week 9: chosen on the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Send the model the student picked from the dropdown, instead of a fixed 'fast'.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  trimHistory();   // week 8: never send more than the server will read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modelBox.value,                    // week 9: chosen on the page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7FE0A0"/>
                </a:solidFill>
                <a:latin typeface="Consolas"/>
              </a:rPr>
              <a:t>      temperature: Number(tempBox.value),       // 0 = careful, 1.5 = wild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Send the slider value as temperature. Number() turns the text into a number: 0 is careful, 1.5 is wild.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7FE0A0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7FE0A0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7FE0A0"/>
                </a:solidFill>
                <a:latin typeface="Consolas"/>
              </a:rPr>
              <a:t>async function askAI()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7FE0A0"/>
                </a:solidFill>
                <a:latin typeface="Consolas"/>
              </a:rPr>
              <a:t>  trimHistory();   // week 8: never send more than the server will read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7FE0A0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7FE0A0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7FE0A0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7FE0A0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7FE0A0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7FE0A0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7FE0A0"/>
                </a:solidFill>
                <a:latin typeface="Consolas"/>
              </a:rPr>
              <a:t>      model: modelBox.value,                    // week 9: chosen on the page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7FE0A0"/>
                </a:solidFill>
                <a:latin typeface="Consolas"/>
              </a:rPr>
              <a:t>      temperature: Number(tempBox.value),       // 0 = careful, 1.5 = wild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7FE0A0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// Week 6: the standing instruction, read before every single reply.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{ role: 'system', content: personaBox.value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// Week 7: everything said so far, oldest first.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...history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7FE0A0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7FE0A0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7FE0A0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7FE0A0"/>
                </a:solidFill>
                <a:latin typeface="Consolas"/>
              </a:rPr>
              <a:t>  // Week 5: fetch does NOT throw when the server says no. A 429 arrives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7FE0A0"/>
                </a:solidFill>
                <a:latin typeface="Consolas"/>
              </a:rPr>
              <a:t>  // looking just like a success until you actually check.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7FE0A0"/>
                </a:solidFill>
                <a:latin typeface="Consolas"/>
              </a:rPr>
              <a:t>  if (!res.ok)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problem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7FE0A0"/>
                </a:solidFill>
                <a:latin typeface="Consolas"/>
              </a:rPr>
              <a:t>    throw new Error(explain(res.status, problem));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109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data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110  </a:t>
            </a:r>
            <a:r>
              <a:rPr sz="1300">
                <a:solidFill>
                  <a:srgbClr val="7FE0A0"/>
                </a:solidFill>
                <a:latin typeface="Consolas"/>
              </a:rPr>
              <a:t>  return data.choices[0].message.content;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111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Change ONE 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rule of a fair experiment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fast /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fast / 1.4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smart /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smart / 1.4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turn the knobs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Run. Drag the Imagination slider and watch the number update live. Then ask the same question at 0 and again at 1.5 - low is careful and samey, high is wild and surprising. Switch the Brain between fast and smart too. On the school network the replies are live; here you see the controls and the request in the console.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it in the classroom, or press Show the output in the web deck.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screen should match this.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Report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Evidence, not opinion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"smart is better" - weak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"smart kept the 40-word rule, fast ignored it" - strong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