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Knobs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question. Two answers.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temperature 0 vs 1.4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Which do you prefer?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Better question: when would each be right?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temperature really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model ranks every possible next word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0 - always take the top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1.4 - often take a lower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genuinely all it 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fast vs smart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- about a second, a bit simple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- slower, thinks better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Both share one graphics card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Sliders give you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Number(tempBox.value)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"0.7" is not 0.7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Send the wrong one and you get a 400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&lt;div class="controls"&gt;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row to hold the settings. class="controls" is a label for CSS.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&lt;label&gt;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&lt;label&gt;Brain &lt;select&gt;...&lt;/select&gt;&lt;/label&gt;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Ties a piece of text to a control (an input or a dropdown).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Clicking the text focuses the control it wraps.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groups things the way &lt;form&gt; (week 2) grouped the box and button.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&lt;label&gt;Brain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&lt;label&gt; reading 'Brain', wrapping the model dropdown.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&lt;select&gt;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&lt;select id="model"&gt; ... &lt;/select&gt;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dropdown menu.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Whatever the student picks, the code reads with .value (week 2).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choice inside it is an &lt;option&gt;.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    &lt;select id="model"&gt;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&lt;select&gt; is a dropdown. id="model" lets the code read the choice.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&lt;option&gt;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&lt;option value="fast"&gt;fast&lt;/option&gt;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choice inside a &lt;select&gt;.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Its value= is what the code actually sends - here, the model name.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the value= on an &lt;input&gt;, but picked from a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&lt;option value="fast"&gt;fast &amp;ndash; quick, a bit simple&lt;/option&gt;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&lt;option&gt;. Its value="fast" is what the code sends as the model.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&lt;option value="smart"&gt;smart &amp;ndash; better, slower&lt;/option&gt;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other option: value="smart", the bigger, slower model.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    &lt;/select&gt;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dropdown.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&lt;/label&gt;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Brain label.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&lt;output&gt;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&lt;output id="tempOut"&gt;0.7&lt;/output&gt;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little box for showing a value on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fill it from code with .textContent (week 2).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Here it shows the slider's number so the setting means something.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&lt;label&gt;Imagination &lt;output id="tempOut"&gt;0.7&lt;/output&gt;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second label, and an &lt;output&gt; that shows the slider number (0.7 to start).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      &lt;input id="temp" type="range" min="0" max="1.5" step="0.1" value="0.7"&gt;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slider (type="range") from 0 to 1.5, stepping by 0.1, starting at 0.7.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&lt;input id="temp" type="range" min="0" max="1.5" step="0.1" value="0.7"&gt;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&lt;/label&gt;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Imagination label.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&lt;input id="temp" type="range" min="0" max="1.5" step="0.1" value="0.7"&gt;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controls row.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&lt;input id="temp" type="range" min="0" max="1.5" step="0.1" value="0.7"&gt;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the settings row.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7FE0A0"/>
                </a:solidFill>
                <a:latin typeface="Consolas"/>
              </a:rPr>
              <a:t>  display: flex;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 its children in a row.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7FE0A0"/>
                </a:solidFill>
                <a:latin typeface="Consolas"/>
              </a:rPr>
              <a:t>  gap: 18px;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between them.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flex-wrap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flex-wrap: wrap;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Lets a flex ROW (week 2) spill onto a new line when it runs out of room.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it the items just squash to fit.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the settings usable on a narrow screen.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7FE0A0"/>
                </a:solidFill>
                <a:latin typeface="Consolas"/>
              </a:rPr>
              <a:t>  flex-wrap: wrap;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Let them wrap to a new line on a narrow screen instead of squashing.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margin-bottom: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gap below the row.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7FE0A0"/>
                </a:solidFill>
                <a:latin typeface="Consolas"/>
              </a:rPr>
              <a:t>  font-size: 14px;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Slightly smaller text.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label { display: grid; gap: 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Each label stacks its text over its control, with a small gap.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label { display: grid; gap: 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select, .controls input {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Match the font size on the dropdown and the slider.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7FE0A0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7FE0A0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7FE0A0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label { display: grid; gap: 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select, .controls input {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const modelBox = document.getElementById('model');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model dropdown.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const tempBox = document.getElementById('temp');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Imagination slider.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const tempOut = document.getElementById('tempOut');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little box that shows the slider's number.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const tempOut = document.getElementById('tempOut');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114  </a:t>
            </a:r>
            <a:r>
              <a:rPr sz="1800">
                <a:solidFill>
                  <a:srgbClr val="7FE0A0"/>
                </a:solidFill>
                <a:latin typeface="Consolas"/>
              </a:rPr>
              <a:t>tempBox.addEventListener('input', function 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the slider MOVES ('input' fires on every nudge), run this.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114  </a:t>
            </a:r>
            <a:r>
              <a:rPr sz="18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115  </a:t>
            </a:r>
            <a:r>
              <a:rPr sz="1800">
                <a:solidFill>
                  <a:srgbClr val="7FE0A0"/>
                </a:solidFill>
                <a:latin typeface="Consolas"/>
              </a:rPr>
              <a:t>  tempOut.textContent = tempBox.value;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Copy the slider's value into the little output box, so the number updates live as you drag.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114  </a:t>
            </a:r>
            <a:r>
              <a:rPr sz="18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115  </a:t>
            </a:r>
            <a:r>
              <a:rPr sz="18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116  </a:t>
            </a:r>
            <a:r>
              <a:rPr sz="18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listener.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112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113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114  </a:t>
            </a:r>
            <a:r>
              <a:rPr sz="1800">
                <a:solidFill>
                  <a:srgbClr val="7FE0A0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115  </a:t>
            </a:r>
            <a:r>
              <a:rPr sz="1800">
                <a:solidFill>
                  <a:srgbClr val="7FE0A0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116  </a:t>
            </a:r>
            <a:r>
              <a:rPr sz="18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model: 'fast',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Send the model the student picked from the dropdown, instead of a fixed 'fast'.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Send the slider value as temperature. Number() turns the text into a number: 0 is careful, 1.5 is wild.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Change ONE 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rule of a fair experiment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/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/ 1.4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/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/ 1.4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turn the knobs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Drag the Imagination slider and watch the number update live. Then ask the same question at 0 and again at 1.5 - low is careful and samey, high is wild and surprising. Switch the Brain between fast and smart too. On the school network the replies are live; here you see the controls and the request in the console.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Report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Evidence, not opinion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"smart is better" - weak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"smart kept the 40-word rule, fast ignored it" - strong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