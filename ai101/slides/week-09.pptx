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row to hold the settings. class="controls" is a label for CSS.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&lt;label&gt;Brain &lt;select&gt;...&lt;/select&gt;&lt;/label&gt;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Ties a piece of text to a control (an input or a dropdown).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Clicking the text focuses the control it wraps.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groups things the way &lt;form&gt; (week 2) grouped the box and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&lt;label&gt; names the box it sits beside.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&lt;label&gt; reading 'Brain', wrapping the model dropdown.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&lt;select&gt;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&lt;select id="model"&gt; ... &lt;/select&gt;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dropdown menu.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the student picks, the code reads with .value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choice inside it is an &lt;option&gt;.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&lt;select&gt;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371197"/>
            <a:ext cx="1502542" cy="30431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model &lt;select&gt; is this dropdown.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&lt;select&gt; is a dropdown. id="model" lets the code read the choice.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&lt;option&gt;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&lt;option value="fast"&gt;fast&lt;/option&gt;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choice inside a &lt;select&gt;.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value= is what the code actually sends - here, the model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the value= on an &lt;input&gt;, but picked from a list.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&lt;option&gt;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371197"/>
            <a:ext cx="1502542" cy="30431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&lt;option&gt; is a choice inside this dropdown.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&lt;option&gt;. Its value="fast" is what the code sends as the model.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other option: value="smart", the bigger, slower model.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&lt;/select&gt;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dropdown.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Brain label.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&lt;output&gt;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&lt;output id="tempOut"&gt;0.7&lt;/output&gt;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little box for showing a value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fill it from code with .textContent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shows the slider's number so the setting means something.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&lt;output&gt;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4323648"/>
            <a:ext cx="5021153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&lt;output&gt; shows a value here, in the controls row.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label, and an &lt;output&gt; that shows the slider number (0.7 to start).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slider (type="range") from 0 to 1.5, stepping by 0.1, starting at 0.7.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Imagination label.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controls row.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&lt;select&gt; with &lt;option&gt;s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text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dropdown menu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paragraph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&lt;select&gt; with &lt;option&gt;s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text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dropdown menu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paragraph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select is a dropdown; each option is one choice in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 &lt;label&gt; 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Submitting the form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Naming the input beside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Styling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Holding an image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 &lt;label&gt; 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Submitting the form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Naming the input beside it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Styling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Holding an image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label names the control it sits next 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&lt;output&gt; is a good place 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load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show a value the script 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group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&lt;output&gt; is a good place 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load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show a value the script sets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group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output displays a value your JavaScript fills in.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(const m of list)  runs the body...? (from week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once total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once per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(const m of list)  runs the body...? (from week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once total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once per item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for...of runs the body once for each item in the list.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settings row.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its children in a row.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between them.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flex-wrap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flex-wrap: 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Lets a flex ROW (week 2) spill onto a new line when it runs out of room.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items just squash to fit.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settings usable on a narrow screen.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flex-wrap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flex-wrap lets a row spill onto a second 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them wrap to a new line on a narrow screen instead of squashing.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the row.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text.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label stacks its text over its control, with a small gap.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Match the font size on the dropdown and the slider.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model dropdown.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Imagination slider.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little box that shows the slider's number.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slider MOVES ('input' fires on every nudge), run this.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Copy the slider's value into the little output box, so the number updates live as you drag.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model the student picked from the dropdown, instead of a fixed 'fast'.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slider value as temperature. Number() turns the text into a number: 0 is careful, 1.5 is wild.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turn 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Drag the Imagination slider and watch the number update live. Then ask the same question at 0 and again at 1.5 - low is careful and samey, high is wild and surprising. Switch the Brain between fast and smart too. On the school network the replies are live; here you see the controls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