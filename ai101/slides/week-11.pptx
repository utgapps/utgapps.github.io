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typing effect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Four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That is the difference from last week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it type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 how much code changed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will guess too high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Functions are values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You can hand one to another function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handing over instructions to follow later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other function decides WHEN to run them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Who decides what to draw?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knows WHEN text arrives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does not know WHERE it should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it calls a function it was given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callback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onPiece(answer)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Called on every piece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submit handler decides it means 'update the bubble'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never needs to know that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The pieces look like this, one per line: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  data: {"choices":[{"delta":{"content":"Hel"}}]}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  data: [DONE]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async function readStream(res)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readStream(res, onPiece)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readStream now takes a SECOND thing: onPiece, a function to call each time text arrives.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if (bit) { answer += bit;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(bit)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 the if onto its own lines now, because we do two things.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+= bit;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the bit to the answer.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onPiece(answer);   // week 11: show it NOW, do not wait for the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Call onPiece with the answer so far - whoever gave us the function draws it on screen NOW, not at the end.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onPiece(answer);   // week 11: show it NOW, do not wait for the end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onPiece(answer);   // week 11: show it NOW, do not wait for the end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118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119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async function askAI()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118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119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askAI(onPiece)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askAI now takes onPiece and passes it along - the drawing job flows through.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return readStream(res);   // week 10: no more res.json() - it arrives in bits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readStream(res, onPiece);   // hand the drawing job 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both the response AND the onPiece function to readStream.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7FE0A0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readStream(res, onPiece);   // hand the drawing job through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time. Feels faster.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can start reading immediately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Feeling fast is a real engineering goal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155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156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157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158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159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160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161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const waiting = addLine('bot',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addLine('bot', '');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an EMPTY bot bubble now and keep it - we fill it as text streams in.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.classList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 or remove ONE class without touching the others.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.add('writing') switches a style on; .remove('writing') switches it off.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bubble.classList.add('writing');   // week 11: blinking cursor while it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classList.add gives it the 'writing' class, which CSS turns into a blinking cursor.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const reply = await askAI();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addLine('bot',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askAI(function (soFar)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Call askAI and hand it a function. This function runs on EVERY piece that arrives.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bubble.textContent = soFar;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 the text-so-far into the bubble - it grows as pieces land.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chat.scrollTop = chat.scrollHeight;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 scrolling to the bottom as it types.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7FE0A0"/>
                </a:solidFill>
                <a:latin typeface="Consolas"/>
              </a:rPr>
              <a:t>   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function and the askAI call.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bubble.classList.remove('writing');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Once done, remove 'writing' so the cursor stops blinking.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it failed, take the empty bubble away.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said =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Pick a friendly line if it was the unhelpful 'Failed to fetch' ...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: problem.message);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otherwise show the real message.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: problem.message;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said);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it as a problem bubble.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7FE0A0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7FE0A0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said);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7FE0A0"/>
                </a:solidFill>
                <a:latin typeface="Consolas"/>
              </a:rPr>
              <a:t>.bubble.writing::after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fake element AFTER a writing bubble - ::after is a spot CSS can fill, and that is where the cursor goes.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Fills a ::before / ::after with text.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Here a block character "\258C" becomes the typing cursor.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7FE0A0"/>
                </a:solidFill>
                <a:latin typeface="Consolas"/>
              </a:rPr>
              <a:t>  content: "\258C";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content fills it with a block character "\258C" - our cursor.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cursor blue.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Runs a keyframes animation: its name, how long, the timing, how many times.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animation: blink 1s steps(2, start) infinite;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Run the 'blink' animation: 1 second, 2 hard steps, forever.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visibility: hidden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Hides the element but keeps its space - so the blinking cursor does not shift the text.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7FE0A0"/>
                </a:solidFill>
                <a:latin typeface="Consolas"/>
              </a:rPr>
              <a:t>@keyframes blink { to { visibility: hidden; }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@keyframes defines 'blink': fade the cursor to hidden and back, over and over.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7FE0A0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7FE0A0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7FE0A0"/>
                </a:solidFill>
                <a:latin typeface="Consolas"/>
              </a:rPr>
              <a:t>@keyframes blink { to { visibility: hidden; }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watch it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send a question. Now the reply appears a few letters at a time, with a blinking cursor, instead of all at once. Same data as last week - you are just drawing each piece the moment it arrives.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Test the sad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Break your key and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Does the empty bubble get cleaned up?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Always check what happens when it fails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