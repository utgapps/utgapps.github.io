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typing effect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the difference from last week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it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how much code changed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will guess too high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Functions are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 can hand one to another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handing over instructions to follow later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function decides WHEN to run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Who decides what to draw?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knows WHEN text arrives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does not know WHERE it should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it calls a function it was given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onPiece(answer)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Called on every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submit handler decides it means 'update the bubble'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never needs to know that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DCECEF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DCECEF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7FE0A0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  if (chunk.done) { break;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DCECEF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DCECEF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7FE0A0"/>
                </a:solidFill>
                <a:latin typeface="Consolas"/>
              </a:rPr>
              <a:t>      if (bit) {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101  </a:t>
            </a:r>
            <a:r>
              <a:rPr sz="1700">
                <a:solidFill>
                  <a:srgbClr val="7FE0A0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102  </a:t>
            </a:r>
            <a:r>
              <a:rPr sz="17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103  </a:t>
            </a:r>
            <a:r>
              <a:rPr sz="1700">
                <a:solidFill>
                  <a:srgbClr val="7FE0A0"/>
                </a:solidFill>
                <a:latin typeface="Consolas"/>
              </a:rPr>
              <a:t>    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104  </a:t>
            </a:r>
            <a:r>
              <a:rPr sz="1700">
                <a:solidFill>
                  <a:srgbClr val="DCECEF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105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106  </a:t>
            </a:r>
            <a:r>
              <a:rPr sz="1700">
                <a:solidFill>
                  <a:srgbClr val="DCECEF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107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(4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109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110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111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112  </a:t>
            </a:r>
            <a:r>
              <a:rPr sz="1400">
                <a:solidFill>
                  <a:srgbClr val="DCECEF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113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114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115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116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117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118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119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120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121  </a:t>
            </a:r>
            <a:r>
              <a:rPr sz="1400">
                <a:solidFill>
                  <a:srgbClr val="DCECEF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122  </a:t>
            </a:r>
            <a:r>
              <a:rPr sz="1400">
                <a:solidFill>
                  <a:srgbClr val="DCECEF"/>
                </a:solidFill>
                <a:latin typeface="Consolas"/>
              </a:rPr>
              <a:t>      stream: true,                             // week 10: send it in pieces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(5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123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124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125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126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127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128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129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130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132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133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134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135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136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137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(6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138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139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140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time. Feels faster.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start reading immediately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Feeling fast is a real engineering goal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147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148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149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150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151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152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153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154  </a:t>
            </a:r>
            <a:r>
              <a:rPr sz="1400">
                <a:solidFill>
                  <a:srgbClr val="DCECEF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155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156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157  </a:t>
            </a:r>
            <a:r>
              <a:rPr sz="14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158  </a:t>
            </a:r>
            <a:r>
              <a:rPr sz="1400">
                <a:solidFill>
                  <a:srgbClr val="DCECEF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159  </a:t>
            </a:r>
            <a:r>
              <a:rPr sz="14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160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161  </a:t>
            </a:r>
            <a:r>
              <a:rPr sz="17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162  </a:t>
            </a:r>
            <a:r>
              <a:rPr sz="17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163  </a:t>
            </a:r>
            <a:r>
              <a:rPr sz="17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164  </a:t>
            </a:r>
            <a:r>
              <a:rPr sz="17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165  </a:t>
            </a:r>
            <a:r>
              <a:rPr sz="1700">
                <a:solidFill>
                  <a:srgbClr val="DCECEF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166  </a:t>
            </a:r>
            <a:r>
              <a:rPr sz="1700">
                <a:solidFill>
                  <a:srgbClr val="DCECEF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167  </a:t>
            </a:r>
            <a:r>
              <a:rPr sz="17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168  </a:t>
            </a:r>
            <a:r>
              <a:rPr sz="1700">
                <a:solidFill>
                  <a:srgbClr val="DCECEF"/>
                </a:solidFill>
                <a:latin typeface="Consolas"/>
              </a:rPr>
              <a:t>    addLine('problem', problem.message);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169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170  </a:t>
            </a:r>
            <a:r>
              <a:rPr sz="17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84  </a:t>
            </a:r>
            <a:r>
              <a:rPr sz="17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85  </a:t>
            </a:r>
            <a:r>
              <a:rPr sz="17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86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87  </a:t>
            </a:r>
            <a:r>
              <a:rPr sz="17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88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89  </a:t>
            </a:r>
            <a:r>
              <a:rPr sz="17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Test the sad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 your key and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Does the empty bubble get cleaned up?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Always check what happens when it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