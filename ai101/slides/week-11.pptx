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class decides if a bubble is yours or the AI's.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classList.add turns one CSS class on, leaving the others alone.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animation replays keyframes over time, so the dots keep moving.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Unlike display:none, visibility:hidden leaves the gap where it was.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turns text into a usable object.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content can drop an icon into the button.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animation drives the little typing dots in a bubble.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visibility can hide an element but keep its space.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