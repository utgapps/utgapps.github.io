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typing effect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Four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That is the difference from last week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Watch it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Guess how much code changed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will guess too high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Functions are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 can hand one to another function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handing over instructions to follow later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other function decides WHEN to run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Who decides what to draw?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readStream knows WHEN text arrives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does not know WHERE it should go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it calls a function it was given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onPiece(answer)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Called on every piece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submit handler decides it means 'update the bubble'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readStream never needs to know that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4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// The pieces look like this, one per line: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//   data: {"choices":[{"delta":{"content":"Hel"}}]}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//   data: [DONE]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async function readStream(res)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7FE0A0"/>
                </a:solidFill>
                <a:latin typeface="Consolas"/>
              </a:rPr>
              <a:t>async function readStream(res, onPiece)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readStream now takes a SECOND thing: onPiece, a function to call each time text arrives.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readStream(res, 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if (bit) { answer += bit;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readStream(res, 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(bit)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 the if onto its own lines now, because we do two things.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readStream(res, 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answer += bit;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the bit to the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readStream(res, 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answer += bit;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onPiece(answer);   // week 11: show it NOW, do not wait for 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Call onPiece with the answer so far - whoever gave us the function draws it on screen NOW, not at the 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6D8C97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6D8C97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6D8C97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readStream(res, 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6D8C97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6D8C97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6D8C97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6D8C97"/>
                </a:solidFill>
                <a:latin typeface="Consolas"/>
              </a:rPr>
              <a:t>      if (bit)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answer += bit;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onPiece(answer);   // week 11: show it NOW, do not wait for the end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10: with stream:true the answer arrives in pieces while it is still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// being written. Same words, same total time - they just start sooner.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//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11: onPiece is a FUNCTION we are handed. Every time a bit of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// turns up we call it, and whoever gave it to us decides what to do.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readStream(res, 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reader = res.body.getReader();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decoder = new TextDecoder();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let buffer = '';       // a piece can be cut in half mid-arrival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  let answer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  while (true)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chunk = await reader.read();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  if (chunk.done) { break;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  buffer += decoder.decode(chunk.value, { stream: true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  // Complete pieces are separated by a blank line. Keep the last,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  // possibly unfinished, piece in the buffer for the next round.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parts = buffer.split('\n\n');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  buffer = parts.pop();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   for (const part of parts)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line = part.trim();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(!line.startsWith('data: '))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payload = line.slice(6);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(payload === '[DONE]') { continue;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piece = JSON.parse(payload);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     const bit = piece.choices[0].delta.content;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  if (bit)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answer += bit;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onPiece(answer);   // week 11: show it NOW, do not wait for the end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112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113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114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answer;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115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118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119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async function askAI()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118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119  </a:t>
            </a:r>
            <a:r>
              <a:rPr sz="1800">
                <a:solidFill>
                  <a:srgbClr val="7FE0A0"/>
                </a:solidFill>
                <a:latin typeface="Consolas"/>
              </a:rPr>
              <a:t>async function askAI(onPiece)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askAI now takes onPiece and passes it along - the drawing job flows through.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stream: true,                             // week 10: send it in pieces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6D8C97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147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return readStream(res);   // week 10: no more res.json() - it arrives in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6D8C97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stream: true,                             // week 10: send it in pieces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6D8C97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6D8C97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6D8C97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6D8C97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6D8C97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147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readStream(res, onPiece);   // hand the drawing job 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Hand both the response AND the onPiece function to readStream.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117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118  </a:t>
            </a:r>
            <a:r>
              <a:rPr sz="13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119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askAI(onPiece)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120  </a:t>
            </a:r>
            <a:r>
              <a:rPr sz="1300">
                <a:solidFill>
                  <a:srgbClr val="7FE0A0"/>
                </a:solidFill>
                <a:latin typeface="Consolas"/>
              </a:rPr>
              <a:t>  trimHistory();   // week 8: never send more than the server will read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121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122  </a:t>
            </a:r>
            <a:r>
              <a:rPr sz="13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123  </a:t>
            </a:r>
            <a:r>
              <a:rPr sz="1300">
                <a:solidFill>
                  <a:srgbClr val="7FE0A0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126  </a:t>
            </a:r>
            <a:r>
              <a:rPr sz="1300">
                <a:solidFill>
                  <a:srgbClr val="7FE0A0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127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modelBox.value,                    // week 9: chosen on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temperature: Number(tempBox.value),       // 0 = careful, 1.5 = wild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stream: true,                             // week 10: send it in pieces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7FE0A0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142  </a:t>
            </a:r>
            <a:r>
              <a:rPr sz="1300">
                <a:solidFill>
                  <a:srgbClr val="7FE0A0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143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144  </a:t>
            </a:r>
            <a:r>
              <a:rPr sz="1300">
                <a:solidFill>
                  <a:srgbClr val="7FE0A0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145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147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readStream(res, onPiece);   // hand the drawing job through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Same time. Feels faster.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start reading immediately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Feeling fast is a real engineering goal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154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155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156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157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158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159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160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161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162  </a:t>
            </a:r>
            <a:r>
              <a:rPr sz="18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163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const waiting = addLine('bot', 'thinking...');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bubble = addLine('bot', '');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an EMPTY bot bubble now and keep it - we fill it as text streams 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.classList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bubble.classList.add('writing');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Adds or removes ONE class without touching the others.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.className (week 7) replaced the whole thing; classList edits just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.add('writing') switches the blinking cursor on; .remove('writing') off.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.classList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6384" y="3144438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 class decides if a bubble is yours or the AI's.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7FE0A0"/>
                </a:solidFill>
                <a:latin typeface="Consolas"/>
              </a:rPr>
              <a:t>  bubble.classList.add('writing');   // week 11: blinking cursor while it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classList.add gives it the 'writing' class, which CSS turns into a blinking cursor.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3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const reply = await askAI();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addLine('bot', reply);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askAI(function (soFar)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Call askAI and hand it a function. This function runs on EVERY piece that arrives.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7FE0A0"/>
                </a:solidFill>
                <a:latin typeface="Consolas"/>
              </a:rPr>
              <a:t>      bubble.textContent = soFar;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the text-so-far into the bubble - it grows as pieces land.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7FE0A0"/>
                </a:solidFill>
                <a:latin typeface="Consolas"/>
              </a:rPr>
              <a:t>      chat.scrollTop = chat.scrollHeight;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 scrolling to the bottom as it types.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7FE0A0"/>
                </a:solidFill>
                <a:latin typeface="Consolas"/>
              </a:rPr>
              <a:t>    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function and the askAI call.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7FE0A0"/>
                </a:solidFill>
                <a:latin typeface="Consolas"/>
              </a:rPr>
              <a:t>    bubble.classList.remove('writing');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done, remove 'writing' so the cursor stops blinking.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addLine('problem', problem.message === 'Failed to fetch'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7FE0A0"/>
                </a:solidFill>
                <a:latin typeface="Consolas"/>
              </a:rPr>
              <a:t>    bubble.remove();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it failed, take the empty bubble away.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anywhere. That 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commonest real failure and the least helpful wording, so replace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said = problem.message === 'Failed to fetch'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Pick a friendly line if it was the unhelpful 'Failed to fetch' 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anywhere. That 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commonest real failure and the least helpful wording, so replace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said =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6D8C97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: problem.message);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anywhere. That 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commonest real failure and the least helpful wording, so replace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said =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6D8C97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7FE0A0"/>
                </a:solidFill>
                <a:latin typeface="Consolas"/>
              </a:rPr>
              <a:t>      : problem.message;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 otherwise show the real message.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6D8C97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6D8C97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6D8C97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6D8C97"/>
                </a:solidFill>
                <a:latin typeface="Consolas"/>
              </a:rPr>
              <a:t>    bubble.remove();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6D8C97"/>
                </a:solidFill>
                <a:latin typeface="Consolas"/>
              </a:rPr>
              <a:t>    // 'Failed to fetch' means the request never arrived anywhere. That 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6D8C97"/>
                </a:solidFill>
                <a:latin typeface="Consolas"/>
              </a:rPr>
              <a:t>    // the commonest real failure and the least helpful wording, so replace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said =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6D8C97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6D8C97"/>
                </a:solidFill>
                <a:latin typeface="Consolas"/>
              </a:rPr>
              <a:t>      : problem.message;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181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said);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it as a problem bubble.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154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155  </a:t>
            </a:r>
            <a:r>
              <a:rPr sz="1300">
                <a:solidFill>
                  <a:srgbClr val="7FE0A0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156  </a:t>
            </a:r>
            <a:r>
              <a:rPr sz="1300">
                <a:solidFill>
                  <a:srgbClr val="7FE0A0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157  </a:t>
            </a:r>
            <a:r>
              <a:rPr sz="1300">
                <a:solidFill>
                  <a:srgbClr val="7FE0A0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158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159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160  </a:t>
            </a:r>
            <a:r>
              <a:rPr sz="1300">
                <a:solidFill>
                  <a:srgbClr val="7FE0A0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161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162  </a:t>
            </a:r>
            <a:r>
              <a:rPr sz="1300">
                <a:solidFill>
                  <a:srgbClr val="7FE0A0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163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164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165  </a:t>
            </a:r>
            <a:r>
              <a:rPr sz="1300">
                <a:solidFill>
                  <a:srgbClr val="7FE0A0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166  </a:t>
            </a:r>
            <a:r>
              <a:rPr sz="1300">
                <a:solidFill>
                  <a:srgbClr val="7FE0A0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167  </a:t>
            </a:r>
            <a:r>
              <a:rPr sz="1300">
                <a:solidFill>
                  <a:srgbClr val="7FE0A0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169  </a:t>
            </a:r>
            <a:r>
              <a:rPr sz="1300">
                <a:solidFill>
                  <a:srgbClr val="7FE0A0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170  </a:t>
            </a:r>
            <a:r>
              <a:rPr sz="1300">
                <a:solidFill>
                  <a:srgbClr val="7FE0A0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171  </a:t>
            </a:r>
            <a:r>
              <a:rPr sz="1300">
                <a:solidFill>
                  <a:srgbClr val="7FE0A0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172  </a:t>
            </a:r>
            <a:r>
              <a:rPr sz="1300">
                <a:solidFill>
                  <a:srgbClr val="7FE0A0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173  </a:t>
            </a:r>
            <a:r>
              <a:rPr sz="1300">
                <a:solidFill>
                  <a:srgbClr val="7FE0A0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174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175  </a:t>
            </a:r>
            <a:r>
              <a:rPr sz="1300">
                <a:solidFill>
                  <a:srgbClr val="7FE0A0"/>
                </a:solidFill>
                <a:latin typeface="Consolas"/>
              </a:rPr>
              <a:t>    bubble.remove();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176  </a:t>
            </a:r>
            <a:r>
              <a:rPr sz="1300">
                <a:solidFill>
                  <a:srgbClr val="7FE0A0"/>
                </a:solidFill>
                <a:latin typeface="Consolas"/>
              </a:rPr>
              <a:t>    // 'Failed to fetch' means the request never arrived anywhere. That 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177  </a:t>
            </a:r>
            <a:r>
              <a:rPr sz="1300">
                <a:solidFill>
                  <a:srgbClr val="7FE0A0"/>
                </a:solidFill>
                <a:latin typeface="Consolas"/>
              </a:rPr>
              <a:t>    // the commonest real failure and the least helpful wording, so replace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178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said =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7FE0A0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7FE0A0"/>
                </a:solidFill>
                <a:latin typeface="Consolas"/>
              </a:rPr>
              <a:t>      : problem.message;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181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said);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182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183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el.classList.add('typing')  does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every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Sets the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the 'typing' class to the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Deletes the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el.classList.add('typing')  does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every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Sets the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Adds the 'typing' class to the element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Deletes the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classList.add turns one CSS class on, leaving the others alone.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CSS  animation  on the dots makes them...?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move on their own over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vanish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turn into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freeze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CSS  animation  on the dots makes them...?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move on their own over time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vanish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turn into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freeze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animation replays keyframes over time, so the dots keep moving.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visibility: hidden  hides an element but...?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its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keeps its space on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deletes it for good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visibility: hidden  hides an element but...?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its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keeps its space on the page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deletes it for good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Unlike display:none, visibility:hidden leaves the gap where it was.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JSON.parse(text)  gives you...? (from week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HTML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JSON.parse(text)  gives you...? (from week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object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HTML element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JSON.parse turns text into a usable object.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7FE0A0"/>
                </a:solidFill>
                <a:latin typeface="Consolas"/>
              </a:rPr>
              <a:t>.bubble.writing::after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a fake element AFTER a writing bubble - ::after is a spot CSS can fill, and that is where the cursor goes.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content: "\258C";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Fills a ::after with text - here a block character used as a cursor.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the one property that puts text on the page from CSS, not HTML.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Pairs with animation (next) to make that cursor blink.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7551" y="4818156"/>
            <a:ext cx="855878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content can drop an icon into the button.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7FE0A0"/>
                </a:solidFill>
                <a:latin typeface="Consolas"/>
              </a:rPr>
              <a:t>  content: "\258C";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content fills it with a block character "\258C" - our cursor.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7FE0A0"/>
                </a:solidFill>
                <a:latin typeface="Consolas"/>
              </a:rPr>
              <a:t>  color: #01aefd;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cursor blue.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animation: blink 1s steps(2, start) infinite;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Plays a keyframes animation: its name, how long, the timing, how often.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keyframes say WHAT changes; animation says how to play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'blink 1s ... infinite' fades the cursor over and over.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animation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animation drives the little typing dots in a bubble.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7FE0A0"/>
                </a:solidFill>
                <a:latin typeface="Consolas"/>
              </a:rPr>
              <a:t>  animation: blink 1s steps(2, start) infinite;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Run the 'blink' animation: 1 second, 2 hard steps, forever.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 { visibility: hidden;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Hides the element but KEEPS its space.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the blinking cursor vanishes without the text jumping around.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Different from removing it (.remove, week 5), which collapses the gap.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visibility can hide an element but keep its space.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6D8C97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6D8C97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89  </a:t>
            </a:r>
            <a:r>
              <a:rPr sz="1800">
                <a:solidFill>
                  <a:srgbClr val="7FE0A0"/>
                </a:solidFill>
                <a:latin typeface="Consolas"/>
              </a:rPr>
              <a:t>@keyframes blink { to { visibility: hidden; }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@keyframes defines 'blink': fade the cursor to hidden and back, over and over.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84  </a:t>
            </a:r>
            <a:r>
              <a:rPr sz="1800">
                <a:solidFill>
                  <a:srgbClr val="7FE0A0"/>
                </a:solidFill>
                <a:latin typeface="Consolas"/>
              </a:rPr>
              <a:t>.bubble.writing::after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85  </a:t>
            </a:r>
            <a:r>
              <a:rPr sz="1800">
                <a:solidFill>
                  <a:srgbClr val="7FE0A0"/>
                </a:solidFill>
                <a:latin typeface="Consolas"/>
              </a:rPr>
              <a:t>  content: "\258C";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86  </a:t>
            </a:r>
            <a:r>
              <a:rPr sz="1800">
                <a:solidFill>
                  <a:srgbClr val="7FE0A0"/>
                </a:solidFill>
                <a:latin typeface="Consolas"/>
              </a:rPr>
              <a:t>  color: #01aefd;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87  </a:t>
            </a:r>
            <a:r>
              <a:rPr sz="1800">
                <a:solidFill>
                  <a:srgbClr val="7FE0A0"/>
                </a:solidFill>
                <a:latin typeface="Consolas"/>
              </a:rPr>
              <a:t>  animation: blink 1s steps(2, start) infinite;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88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89  </a:t>
            </a:r>
            <a:r>
              <a:rPr sz="1800">
                <a:solidFill>
                  <a:srgbClr val="7FE0A0"/>
                </a:solidFill>
                <a:latin typeface="Consolas"/>
              </a:rPr>
              <a:t>@keyframes blink { to { visibility: hidden; }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watch it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and send a question. Now the reply appears a few letters at a time, with a blinking cursor, instead of all at once. Same data as last week - you are just drawing each piece the moment it arrives.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Test the sad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Break your key and send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Does the empty bubble get cleaned up?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Always check what happens when it fails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