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typing effect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the difference from last week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it type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how much code changed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will guess too high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Functions are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 can hand one to another function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handing over instructions to follow later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other function decides WHEN to run them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Who decides what to draw?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knows WHEN text arrives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does not know WHERE it should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it calls a function it was given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callback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onPiece(answer)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Called on every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submit handler decides it means 'update the bubble'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readStream never needs to know that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DCECEF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11: onPiece is a FUNCTION we are handed. Every time a bit of text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// turns up we call it, and whoever gave it to us decides what to do.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readStream(res, 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chunk = await reader.read();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  if (chunk.done) { break;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DCECEF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101  </a:t>
            </a:r>
            <a:r>
              <a:rPr sz="1400">
                <a:solidFill>
                  <a:srgbClr val="DCECEF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102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103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104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105  </a:t>
            </a:r>
            <a:r>
              <a:rPr sz="1400">
                <a:solidFill>
                  <a:srgbClr val="DCECEF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      const bit = piece.choices[0].delta.content;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(bit) {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109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answer += bit;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110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onPiece(answer);   // week 11: show it NOW, do not wait for the end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111  </a:t>
            </a:r>
            <a:r>
              <a:rPr sz="1700">
                <a:solidFill>
                  <a:srgbClr val="7FE0A0"/>
                </a:solidFill>
                <a:latin typeface="Consolas"/>
              </a:rPr>
              <a:t>  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112  </a:t>
            </a:r>
            <a:r>
              <a:rPr sz="1700">
                <a:solidFill>
                  <a:srgbClr val="DCECEF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113  </a:t>
            </a:r>
            <a:r>
              <a:rPr sz="17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114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115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askAI(onPiece)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145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readStream(res, onPiece);   // hand the drawing job through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148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time. Feels faster.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start reading immediately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Feeling fast is a real engineering goal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DCECEF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DCECEF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DCECEF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DCECEF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161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DCECEF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bubble = addLine('bot', '');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7FE0A0"/>
                </a:solidFill>
                <a:latin typeface="Consolas"/>
              </a:rPr>
              <a:t>  bubble.classList.add('writing');   // week 11: blinking cursor while it types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166  </a:t>
            </a:r>
            <a:r>
              <a:rPr sz="1400">
                <a:solidFill>
                  <a:srgbClr val="DCECEF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function we hand over runs on EVERY piece that arrives.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reply = await askAI(function (soFar) {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169  </a:t>
            </a:r>
            <a:r>
              <a:rPr sz="1400">
                <a:solidFill>
                  <a:srgbClr val="7FE0A0"/>
                </a:solidFill>
                <a:latin typeface="Consolas"/>
              </a:rPr>
              <a:t>      bubble.textContent = soFar;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170  </a:t>
            </a:r>
            <a:r>
              <a:rPr sz="1400">
                <a:solidFill>
                  <a:srgbClr val="7FE0A0"/>
                </a:solidFill>
                <a:latin typeface="Consolas"/>
              </a:rPr>
              <a:t>      chat.scrollTop = chat.scrollHeight;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7FE0A0"/>
                </a:solidFill>
                <a:latin typeface="Consolas"/>
              </a:rPr>
              <a:t>  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bubble.classList.remove('writing');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DCECEF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DCECEF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    bubble.remove();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    // 'Failed to fetch' means the request never arrived anywhere. That is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    // the commonest real failure and the least helpful wording, so replace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said = problem.message === 'Failed to fetch'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DCECEF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      : problem.message;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said);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84  </a:t>
            </a:r>
            <a:r>
              <a:rPr sz="17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85  </a:t>
            </a:r>
            <a:r>
              <a:rPr sz="17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86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87  </a:t>
            </a:r>
            <a:r>
              <a:rPr sz="17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89  </a:t>
            </a:r>
            <a:r>
              <a:rPr sz="17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Test the sad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 your key and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Does the empty bubble get cleaned up?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Always check what happens when it fails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