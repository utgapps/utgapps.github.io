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readStream now takes a SECOND thing: onPiece, a function to call each time text arrives.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the if onto its own lines now, because we do two things.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bit to the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onPiece with the answer so far - whoever gave us the function draws it on screen NOW, not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askAI now takes onPiece and passes it along - the drawing job flows through.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both the response AND the onPiece function to readStream.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an EMPTY bot bubble now and keep it - we fill it as text streams 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bubble.classList.add('writing');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or removes ONE class without touching the others.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.className (week 7) replaced the whole thing; classList edits just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.add('writing') switches the blinking cursor on; .remove('writing') off.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classList.add gives it the 'writing' class, which CSS turns into a blinking cursor.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askAI and hand it a function. This function runs on EVERY piece that arrives.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text-so-far into the bubble - it grows as pieces land.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scrolling to the bottom as it types.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 and the askAI call.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done, remove 'writing' so the cursor stops blinking.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take the empty bubble away.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friendly line if it was the unhelpful 'Failed to fetch' ...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otherwise show the real message.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it as a problem bubble.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fake element AFTER a writing bubble - ::after is a spot CSS can fill, and that is where the cursor goes.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content: "\258C";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Fills a ::after with text - here a block character used as a cursor.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the one property that puts text on the page from CSS, not HTML.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Pairs with animation (next) to make that cursor blink.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 fills it with a block character "\258C" - our cursor.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cursor blue.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animation: blink 1s steps(2, start) infinite;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Plays a keyframes animation: its name, how long, the timing, how often.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keyframes say WHAT changes; animation says how to play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'blink 1s ... infinite' fades the cursor over and over.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the 'blink' animation: 1 second, 2 hard steps, forever.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 { visibility: hidden;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Hides the element but KEEPS its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the blinking cursor vanishes without the text jumping around.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Different from removing it (.remove, week 5), which collapses the gap.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@keyframes defines 'blink': fade the cursor to hidden and back, over and over.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watch 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Now the reply appears a few letters at a time, with a blinking cursor, instead of all at once. Same data as last week - you are just drawing each piece the moment it arrives.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