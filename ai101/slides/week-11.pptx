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typing effect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the difference from last week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it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how much code changed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will guess too high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Functions are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 can hand one to another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handing over instructions to follow later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function decides WHEN to run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Who decides what to draw?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knows WHEN text arrives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does not know WHERE it should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it calls a function it was given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onPiece(answer)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Called on every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submit handler decides it means 'update the bubble'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never needs to know that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The pieces look like this, one per line: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  data: {"choices":[{"delta":{"content":"Hel"}}]}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  data: [DONE]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readStream(res)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readStream now takes a SECOND thing: onPiece, a function to call each time text arrives.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if (bit) { answer += bit;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 the if onto its own lines now, because we do two things.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+= bit;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bit to the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 onPiece with the answer so far - whoever gave us the function draws it on screen NOW, not at the 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119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askAI()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119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askAI now takes onPiece and passes it along - the drawing job flows through.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return readStream(res);   // week 10: no more res.json() - it arrives in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both the response AND the onPiece function to readStream.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time. Feels faster.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can start reading immediately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Feeling fast is a real engineering goal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155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156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159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160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161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const waiting =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an EMPTY bot bubble now and keep it - we fill it as text streams in.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.classList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bubble.classList.add('writing');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or removes ONE class without touching the others.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.className (week 7) replaced the whole thing; classList edits just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.add('writing') switches the blinking cursor on; .remove('writing') off.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.classList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 class decides if a bubble is yours or the AI's.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classList.add gives it the 'writing' class, which CSS turns into a blinking cursor.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const reply = await askAI();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 askAI and hand it a function. This function runs on EVERY piece that arrives.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text-so-far into the bubble - it grows as pieces land.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scrolling to the bottom as it types.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function and the askAI call.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Once done, remove 'writing' so the cursor stops blinking.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failed, take the empty bubble away.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Pick a friendly line if it was the unhelpful 'Failed to fetch' ...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: problem.message);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otherwise show the real message.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it as a problem bubble.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el.classList.add('typing')  does what?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every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Sets the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Adds the 'typing' class to the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Deletes the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el.classList.add('typing')  does what?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every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Sets the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Adds the 'typing' class to the element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Deletes the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classList.add turns one CSS class on, leaving the others alone.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 animation  on the dots makes them...?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move on their own over time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vanish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turn into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freeze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 animation  on the dots makes them...?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move on their own over time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vanish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turn into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freeze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animation replays keyframes over time, so the dots keep moving.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visibility: hidden  hides an element but...?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its space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keeps its space on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deletes it for good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makes it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visibility: hidden  hides an element but...?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its space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keeps its space on the page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deletes it for good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makes it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Unlike display:none, visibility:hidden leaves the gap where it was.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JSON.parse(text)  gives you...? (from week 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JSON.parse(text)  gives you...? (from week 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object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JSON.parse turns text into a usable object.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.bubble.writing::after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fake element AFTER a writing bubble - ::after is a spot CSS can fill, and that is where the cursor goes.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content: "\258C";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Fills a ::after with text - here a block character used as a cursor.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the one property that puts text on the page from CSS, not HTML.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Pairs with animation (next) to make that cursor blink.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content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content can drop an icon into the button.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content: "\258C";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 fills it with a block character "\258C" - our cursor.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cursor blue.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animation: blink 1s steps(2, start) infinite;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Plays a keyframes animation: its name, how long, the timing, how often.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keyframes say WHAT changes; animation says how to play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'blink 1s ... infinite' fades the cursor over and over.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animation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animation drives the little typing dots in a bubble.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Run the 'blink' animation: 1 second, 2 hard steps, forever.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visibility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to { visibility: hidden;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Hides the element but KEEPS its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the blinking cursor vanishes without the text jumping around.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Different from removing it (.remove, week 5), which collapses the gap.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visibility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visibility can hide an element but keep its space.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@keyframes defines 'blink': fade the cursor to hidden and back, over and over.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watch it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send a question. Now the reply appears a few letters at a time, with a blinking cursor, instead of all at once. Same data as last week - you are just drawing each piece the moment it arrives.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Test the sad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Break your key and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Does the empty bubble get cleaned up?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Always check what happens when it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