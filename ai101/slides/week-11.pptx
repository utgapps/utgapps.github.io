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4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 class decides if a bubble is yours or the AI's.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el.classList.add('typing')  does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every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Sets the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the 'typing' class to the element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Deletes the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classList.add turns one CSS class on, leaving the others alone.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 animation  on the dots makes them...?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move on their own over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vanish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turn into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freeze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animation replays keyframes over time, so the dots keep moving.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  hides an element but...?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its space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keeps its space on the page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it for good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makes it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Unlike display:none, visibility:hidden leaves the gap where it was.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JSON.parse(text)  gives you...? (from week 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object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turns text into a usable object.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content can drop an icon into the button.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animation drives the little typing dots in a bubble.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visibility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visibility can hide an element but keep its space.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