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Making it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Last week: a page. This week: a page that reacts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 does nothing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the end of today it will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will still not be AI - that is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Finding a box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document.getElementById('chat')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id in HTML and the string in JS must match exactly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 letters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this wrong and you get: Cannot read properties of null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grab the boxes we built in week 1 so the code can use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variable?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variable is a named box that holds a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chat = ... means 'let chat stand for this from now on'.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variable called chat that stands for the chat box, found by its 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for the form, so we can react when it is submitted.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the text box, so we can read what the student typed.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value vs 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promptBox.value - what someone typed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line.textContent - the words shown ON the page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naming what this chunk does: add one message line to the chat.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named set of steps you can run whenever you want.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'call' it by writing its name with () after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Defines a function called addLine that takes two things: who is talking and the text.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document.createElement()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makes a NEW element (here a &lt;p&gt;).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on the page yet - you add it after.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new, empty &lt;p&gt; element - not on the page yet.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the words inside an element.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box.textContent = 'hi' puts hi inside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Puts the words inside it, like 'You: hello'.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.appendChild()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Puts one element inside another, so it finally shows on the page.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Adds the &lt;p&gt; inside the chat box, so it finally appears on screen.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 Nothing happens until something CALLS addLine.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PixelPad had a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 loop(self): 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ran 60 times a second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asked: did anything happen yet?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were in charge of the loop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browser owns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addEventListener('submit', ...)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leave a note about what to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calls you when it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idea, opposite direction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tying this to PixelPad: instead of checking every frame, you leave a note for the browser.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.addEventListener()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Leaves a note: 'when THIS happens, run THAT'.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your PixelPad loop watching for a key - but the browser waits and calls you.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form is submitted, run the function inside. event holds details of what happened.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event.preventDefault()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browser's normal reaction.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stops the page reloading, so we handle the form ourselves.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Stops the browser reloading the page, so we can handle it ourselves.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Reading .value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box.value is whatever the student has typed in that input right now.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.trim()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blank space from the ends of text.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 hi ' becomes 'hi'.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Reads what the student typed and trims blank space off the ends.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if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the code in { } only WHEN the test in ( ) is true.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function right there. Nothing after it runs.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 box was empty, return - stop here and do nothing.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Empties the text box, ready for the next message.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Adds their message to the chat as 'You: ...'.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Adds a pretend reply for now - week 4 makes it real.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listener. Type in the box and press Enter to test it.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Get the echo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See it appear twice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