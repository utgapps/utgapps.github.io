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pygame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while running: for event in pygame.event.get()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 60 times a second: did anything happen?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