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grab the boxes we built in week 1 so the code can use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variable?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is a named box that holds a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chat = ... means 'let chat stand for this from now on'.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variable called chat that stands for the chat box, found by its 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for the form, so we can react when it is submitted.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the text box, so your code can read what you typed.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naming what this chunk does: add one message line to the chat.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set of steps you can run whenever you want.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'call' it by writing its name with () after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Defines a function called addLine that takes two things: who is talking and the text.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makes a NEW element (here a &lt;p&gt;).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on the page yet - you add it after.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new, empty &lt;p&gt; element - not on the page yet.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Joining text with 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'You' + ': ' + text glues pieces of text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+ also adds numbers.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the words inside an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box.textContent = 'hi' puts hi inside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Puts the words inside it, like 'You: hello'.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Puts one element inside another, so it finally shows on the page.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the &lt;p&gt; inside the chat box, so it finally appears on screen.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 Nothing happens until something CALLS addLine.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browser calls this when the form is submitted.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async so we are allowed to await the slow AI call inside.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Leaves a note: 'when THIS happens, run THAT'.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your PixelPad loop watching for a key - but the browser waits and calls you.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browser's normal reaction.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stops the page reloading, so we handle the form ourselves.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box.value is whatever you have typed in that box right now.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.trim()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blank space from the ends of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 hi ' becomes 'hi'.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Comparing with ===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=== asks 'are these exactly equal?' and gives true or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= SETS a value; three === CHECKS a value.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if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code in { } only WHEN the test in ( ) is true.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right there. Nothing after it runs.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pretend reply to a 'thinking...' line while we wait.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askAI(text): the slow bit - ask the AI and wait for the answer.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 the 'thinking...' line now the real answer is here.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echoes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type a message and press Send. It should show as 'You: ...' and the companion echoes it back right below. This runs entirely in the browser - no AI yet.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