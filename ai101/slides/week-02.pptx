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grab the boxes we built in week 1 so the code can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variable?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is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chat = ... means 'let chat stand for this from now on'.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variable called chat that stands for the chat box, found by its 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for the form, so we can react when it is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text box, so your code can read what you typed.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naming what this chunk does: add one message line to the chat.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set of steps you can run whenever you want.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'call' it by writing its name with () after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Defines a function called addLine that takes two things: who is talking and the text.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makes a NEW element (here a &lt;p&gt;).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on the page yet - you add it after.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createElement builds a new message bubble.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new, empty &lt;p&gt; element - not on the page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Joining text with 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'You' + ': ' + text glues pieces of text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+ also adds numbers.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the words inside an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box.textContent = 'hi' puts hi inside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textContent fills a bubble with its words.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Puts the words inside it, like 'You: hello'.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Puts one element inside another, so it finally shows on the page.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appendChild drops a new bubble into the log.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 &lt;p&gt; inside the chat box, so it finally appears on screen.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 Nothing happens until something CALLS addLine.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tying this to PixelPad: instead of checking every frame, you leave a note for the browser.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Leaves a note: 'when THIS happens, run THAT'.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PixelPad loop watching for a key - but the browser waits and calls you.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addEventListener runs code when Send is clicked.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form is submitted, run this function. event holds the details of what happened.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browser's normal reaction.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stops the page reloading, so we handle the form ourselves.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preventDefault stops the form reloading on send.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Stops the browser reloading the page, so you handle it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box.value is whatever you have typed in that box right now.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value reads what you typed in this box.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blank space from the ends of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 hi ' becomes 'hi'.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what you typed and trim the blank space off the ends.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with ===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=== asks 'are these exactly equal?' and gives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= SETS a value; three === CHECKS a value.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if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code in { } only WHEN the test in ( ) is true.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right there. Nothing after it runs.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 box was empty, return - stop here and do nothing.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Empty the text box, ready for the next message.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your message to the chat as 'You: ...'.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pretend reply for now - week 4 makes it real.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listener. Type in the box and press Enter to try it.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reusable block of code you run by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kind of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CSS rule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reusable block of code you run by name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kind of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CSS rule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function is a named block of code you can run whenever you call it.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form.addEventListener('submit', ...) runs your code when?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form is submitted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page first loads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colour changes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form.addEventListener('submit', ...) runs your code when?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form is submitted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page first loads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colour changes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addEventListener runs your code every time that event happens.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call  event.preventDefault()  in a submit handler?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send the message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clear the CSS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stop the page reloading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make text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call  event.preventDefault()  in a submit handler?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send the message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clear the CSS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stop the page reloading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make text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Submitting a form reloads the page by default; preventDefault stops that.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one creates a paragraph of text? (from week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&lt;button&gt;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body {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.app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&lt;p&gt;...&lt;/p&gt;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one creates a paragraph of text? (from week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&lt;button&gt;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body {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.app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&lt;p&gt;...&lt;/p&gt;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&lt;p&gt; wraps a paragraph; the others are a button, a rule, and a selector.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echoes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type a message and press Send. It should show as 'You: ...' and the companion echoes it back right below. This runs entirely in the browser - no AI yet.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