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we can read what the student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the student has typed in that input right now.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