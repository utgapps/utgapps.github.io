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Making it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Last week: a page. This week: a page that reacts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button does nothing yet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By the end of today it will answer you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will still not be AI - that is week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Finding a box by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document.getElementById('chat')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id in HTML and the string in JS must match exactly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Capital letters count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 this wrong and you get: Cannot read properties of null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// Week 2: find the boxes we named in index.html.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comment: this week we grab the boxes we built in week 1 so the code can use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variable?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is a named box that holds a value.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const chat = ... means 'let chat stand for this from now on'.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const chat = document.getElementById('chat');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Makes a variable called chat that stands for the chat box, found by its 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const composer = document.getElementById('composer');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for the form, so we can react when it is submitted.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const promptBox = document.getElementById('prompt');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the text box, so your code can read what you typed.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// Week 2: find the boxes we named in index.html.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// document.getElementById looks for the id= we wrote on each element.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const chat = document.getElementById('chat');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const composer = document.getElementById('composer');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const promptBox = document.getElementById('prompt');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value vs textContent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promptBox.value - what someone typed 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line.textContent - the words shown ON the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// Put one line of text into the chat 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 naming what this chunk does: add one message line to the chat.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function?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named set of steps you can run whenever you want.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'call' it by writing its name with () after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line of text into the chat box.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function addLine(who, text)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Defines a function called addLine that takes two things: who is talking and the 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document.createElement()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built-in that makes a NEW element (here a &lt;p&gt;).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not on the page yet - you add it after.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document.createElement()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createElement builds a new message bubble.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line of text into the chat box.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const line = document.createElement('p');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Makes a new, empty &lt;p&gt; element - not on the page yet.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Joining text with 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'you' + ': ' + text glues pieces of text into 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same + also adds numbers.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.textContent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Sets the words inside an element.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box.textContent = 'hi' puts hi inside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.textContent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textContent fills a bubble with its words.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line of text into the chat box.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line = document.createElement('p');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line.textContent = who + ': ' + text;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Puts the words inside it, like 'you: hello'.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.appendChild()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Puts one element inside another, so it finally shows on the page.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.appendChild()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2516794"/>
            <a:ext cx="5021153" cy="1806854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appendChild drops a new bubble into the log.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line of text into the chat box.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line = document.createElement('p');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line.textContent = who + ': ' + text;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chat.appendChild(line);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Adds the &lt;p&gt; inside the chat box, so it finally appears on screen.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// Put one line of text into the chat box.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line = document.createElement('p');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line.textContent = who + ': ' + text;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chat.appendChild(line);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Closes the function. Nothing happens until something CALLS addLine.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// Put one line of text into the chat box.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function addLine(who, text)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const line = document.createElement('p');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line.textContent = who + ': ' + text;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chat.appendChild(line);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PixelPad had a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def loop(self): ...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ran 60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asked: did anything happen yet?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were in charge of the loop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browser owns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addEventListener('submit', ...)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leave a note about what to do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browser calls you when it happens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Same idea, opposite direction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// In PixelPad your loop() checked 'was a key pressed?' every frame. Here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 tying this to PixelPad: instead of checking every frame, you leave a note for the browser.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.addEventListener()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Leaves a note: 'when THIS happens, run THAT'.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your PixelPad loop watching for a key - but the browser waits and calls you.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.addEventListener()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7551" y="4818156"/>
            <a:ext cx="855878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addEventListener runs code when Send is clicked.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// In PixelPad your loop() checked 'was a key pressed?' every frame. Here you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// leave a note: when this form is submitted, run this. The browser waits.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composer.addEventListener('submit', function (event)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When the form is submitted, run this function. event holds the details of what happened.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event.preventDefault()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Stops the browser's normal reaction.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Here it stops the page reloading, so we handle the form ourselves.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event.preventDefault()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4742078"/>
            <a:ext cx="5021153" cy="551566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preventDefault stops the form reloading on send.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// In PixelPad your loop() checked 'was a key pressed?' every frame. Here you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// leave a note: when this form is submitted, run this. The browser waits.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  event.preventDefault();          // stop the browser reloading the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Stops the browser reloading the page, so you handle it yourself.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Reading .value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box.value is whatever you have typed in that box right now.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Reading .value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63452" y="4818156"/>
            <a:ext cx="3975079" cy="399409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value reads what you typed in this box.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.trim()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Removes blank space from the ends of text.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 hi ' becomes 'hi'.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// In PixelPad your loop() checked 'was a key pressed?' every frame. Here you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// leave a note: when this form is submitted, run this. The browser waits.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          // stop the browser reloading the page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const text = promptBox.value.trim();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Read what you typed and trim the blank space off the ends.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Comparing with ===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=== asks 'are these exactly equal?' and gives true or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= SETS a value; three === CHECKS a value.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if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Runs the code in { } only WHEN the test in ( ) is true.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Stops the function right there. Nothing after it runs.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// In PixelPad your loop() checked 'was a key pressed?' every frame. Here you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// leave a note: when this form is submitted, run this. The browser waits.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          // stop the browser reloading the page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if (text === '') { return; }     // nothing typed, nothing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the box was empty, return - stop here and do nothing.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// In PixelPad your loop() checked 'was a key pressed?' every frame. Here you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// leave a note: when this form is submitted, run this. The browser waits.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          // stop the browser reloading the page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     // nothing typed, nothing to do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promptBox.value = '';            // clear the box, ready for the next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Empty the text box, ready for the next message.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// In PixelPad your loop() checked 'was a key pressed?' every frame. Here you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// leave a note: when this form is submitted, run this. The browser waits.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          // stop the browser reloading the page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     // nothing typed, nothing to do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  promptBox.value = '';            // clear the box, ready for the next one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addLine('you', text);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your message to the chat as 'you: ...'.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// In PixelPad your loop() checked 'was a key pressed?' every frame. Here you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// leave a note: when this form is submitted, run this. The browser waits.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          // stop the browser reloading the page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     // nothing typed, nothing to do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  promptBox.value = '';            // clear the box, ready for the next one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addLine('bot', 'You said: ' + text);   // a pretend answer, for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a pretend reply for now - week 4 makes it real.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// In PixelPad your loop() checked 'was a key pressed?' every frame. Here you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// leave a note: when this form is submitted, run this. The browser waits.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          // stop the browser reloading the page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     // nothing typed, nothing to do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promptBox.value = '';            // clear the box, ready for the next one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addLine('bot', 'You said: ' + text);   // a pretend answer, for now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listener. Type in the box and press Enter to try it.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// In PixelPad your loop() checked 'was a key pressed?' every frame. Here you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// leave a note: when this form is submitted, run this. The browser waits.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composer.addEventListener('submit',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event.preventDefault();          // stop the browser reloading the page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if (text === '') { return; }     // nothing typed, nothing to do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  promptBox.value = '';            // clear the box, ready for the next one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addLine('bot', 'You said: ' + text);   // a pretend answer, for now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function?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reusable block of code you run by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kind of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CSS rule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HTML tag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function?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 reusable block of code you run by name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kind of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CSS rule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HTML tag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function is a named block of code you can run whenever you call it.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form.addEventListener('submit', ...) runs your code when?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form is submitted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page first loads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colour changes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form.addEventListener('submit', ...) runs your code when?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form is submitted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page first loads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colour changes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addEventListener runs your code every time that event happens.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call  event.preventDefault()  in a submit handler?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send the message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clear the CSS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stop the page reloading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text bold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call  event.preventDefault()  in a submit handler?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send the message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clear the CSS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stop the page reloading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text bold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Submitting a form reloads the page by default; preventDefault stops that.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one creates a paragraph of text? (from week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&lt;button&gt;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body { }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.app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&lt;p&gt;...&lt;/p&gt;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one creates a paragraph of text? (from week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&lt;button&gt;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body { }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.app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&lt;p&gt;...&lt;/p&gt;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&lt;p&gt; wraps a paragraph; the others are a button, a rule, and a selector.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echoes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Run, type a message and press Send. It should show as 'you: ...' and the bot echoes it back right below. This runs entirely in the browser - no AI yet.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Get the echo working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Type a message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Send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See it appear twice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