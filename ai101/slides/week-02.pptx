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your code can read what you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text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'You' + ': ' + text glues pieces of text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+ also adds numbers.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tying this to PixelPad: instead of checking every frame, you leave a note for the browser.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form is submitted, run this function. event holds the details of what happened.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Stops the browser reloading the page, so you handle it yourself.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you have typed in that box right now.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what you typed and trim the blank space off the ends.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with ===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=== asks 'are these exactly equal?' and gives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SETS a value; three === CHECKS a value.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box was empty, return - stop here and do nothing.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Empty the text box, ready for the next message.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your message to the chat as 'You: ...'.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pretend reply for now - week 4 makes it real.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 Type in the box and press Enter to try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echoes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type a message and press Send. It should show as 'You: ...' and the companion echoes it back right below. This runs entirely in the browser - no AI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