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we can read what the student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text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'You' + ': ' + text glues pieces of text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+ also adds numbers.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the student has typed in that input right now.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with ===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=== asks 'are these exactly equal?' and gives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SETS a value; three === CHECKS a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