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your code can read what you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createElement builds a new message bubble.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textContent fills a bubble with its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appendChild drops a new bubble into the log.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tying this to PixelPad: instead of checking every frame, you leave a note for the browser.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addEventListener runs code when Send is clicked.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form is submitted, run this function. event holds the details of what happened.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preventDefault stops the form reloading on send.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Stops the browser reloading the page, so you handle it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you have typed in that box right now.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value reads what you typed in this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what you typed and trim the blank space off the ends.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box was empty, return - stop here and do nothing.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text box, ready for the next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your message to the chat as 'You: ...'.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pretend reply for now - week 4 makes it real.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 Type in the box and press Enter to try it.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reusable block of code you run by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kind of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CSS rule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reusable block of code you run by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kind of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CSS rule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function is a named block of code you can run whenever you call it.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form.addEventListener('submit', ...) runs your code when?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form is submitted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page first loads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colour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form.addEventListener('submit', ...) runs your code when?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form is submitted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page first loads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colour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addEventListener runs your code every time that event happens.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call  event.preventDefault()  in a submit handler?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send the message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clear the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stop the page reloading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text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call  event.preventDefault()  in a submit handler?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send the message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clear the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stop the page reloading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text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Submitting a form reloads the page by default; preventDefault stops that.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creates a paragraph of text?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&lt;button&gt;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body {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&lt;p&gt;...&lt;/p&gt;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creates a paragraph of text?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&lt;button&gt;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body {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&lt;p&gt;...&lt;/p&gt;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&lt;p&gt; wraps a paragraph; the others are a button, a rule, and a selector.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echoes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type a message and press Send. It should show as 'You: ...' and the companion echoes it back right below. This runs entirely in the browser - no AI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