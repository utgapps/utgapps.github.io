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Wordle: the 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Wordle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Four weeks, one program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Player 1 types a secret five-letter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Player 2 has six guesses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Green: right letter, right place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Yellow: in the word, somewhere else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Day 11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banner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Player 1 types the secret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next() reads one word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Wordle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Wordle lives in Wordle.java - and every other line goes inside its braces.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banner: a line of stars, the title, and another line of stars.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Say how it is played.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Player 1 goes first. print, so the word is typed on the same line.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answer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next() reads one word: the secret.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Wordle.java and type a secret word.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gameIntro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helper method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job gets a method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main calls them in order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welcome is the first job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gameIntro();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main's first line now only calls the introduction.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main and open a method for the introduction. Every line below it, down to the old closing brace, is now its body.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Scope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public static void gameIntro()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System.out.println(input);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error: cannot find symbol - variable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input was made inside gameIntro, so it only exists there. A field, declared in the class, can be used by every method.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input, for everyone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field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Declared in the class, outside every method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static, like the methods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gameIntro fills it in - no type in front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public static Scanner input;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declared in the class, outside every method.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method in the class can use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made inside a method is local to that method.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Scanner input;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top of the class, above main: a field. It belongs to the whole class, so every method can use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Scanner in front any more: this fills in the field instead of making a new local variable.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Six 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array for the board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guesses: one String per 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numberOfGuesses, set once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gameSetup makes it, displayGuesses prints it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String[] guesses;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Two more fields, below input: the rows of the board...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int numberOfGuesses;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...and how many guesses there are.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gameSetup();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main, after the introduction: set the board up...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...then show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gameIntro. Its job: get the board ready.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Six guesses - written once, here. Everything else uses the name.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array with one String for each guess.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Its job: print the board.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row for each guess.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null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Why null?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Five dashes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Filling the board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String array holds null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initializeGuesses puts ----- in every row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gameSetup calls 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initializeGuesses();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gameSetup, fill the board in.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gameSetup: a method that fills every row.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loop, to fill every row in.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Five dashes: an empty row.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an empty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Six empty rows - but the secret word is still on the screen.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Hiding the word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Clearing the console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clearConsole() just after the answer is read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code the console understands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hand over to player 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reading the answer: wipe the screen, so player 2 cannot see the word.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hand over to player 2.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clearConsole()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the class: a method that clears the console.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"\u001B[32m"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\u001B is the escape character.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console reads escape then [32m as switch to green, and [H[2J as clear the screen.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[0m switches back to normal.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System.out.print("\u001B[H\u001B[2J");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code the console understands: go to the top and wipe everything. Copy it exactly.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hidden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The word disappears the moment you press 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game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One pass per 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runGame is the last call in main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for loop, once per 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 the guess, clear the screen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last line of main: play.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runGame()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the class: the game itself.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guessNumber = 0; guessNumber &lt; numberOfGuesses; guessNumber++)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pass for each guess.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userGuess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player 2's guess.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clearConsole();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Wipe the screen after every guess.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six guesses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make six guesses. Nothing checks them yet.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variable is made inside gameIntro. Where can it be used?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Anywhere in the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Only in main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Anywhere in the project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inside gameIntro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variable is made inside gameIntro. Where can it be used?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Anywhere in the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Only in main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Anywhere in the project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inside gameIntro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local variable's scope is the method that made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a new String[6] hold before it is filled?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Six empty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null six times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Six dashes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Nothing - it is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a new String[6] hold before it is filled?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Six empty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null six times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Six dashes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Nothing - it is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String array starts full of null, which means no String at all.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input declared outside every method?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it runs first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Because Scanner must be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So every method can use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input declared outside every method?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it runs first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Because Scanner must be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So every method can use it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field belongs to the whole class; runGame reads guesses with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write numberOfGuesses instead of 6 everywhere?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Java cannot use 6 in a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Change it once and everything follows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Numbers are slower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6 is not an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write numberOfGuesses instead of 6 everywhere?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Java cannot use 6 in a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Change it once and everything follows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Numbers are slower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6 is not an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number written in many places has to be changed in many places.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