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Asking properly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static Scanner input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Made in the class, outside every method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method can use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main's own Scanner line goes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// Out here, outside main, so every method in the class can use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Just under public class Main. Say why it lives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static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static Scanner input = new Scanner(System.in);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variable made in the class, outside every method.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method in the class can use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// Out here, outside main, so every method in the class can use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static Scanner input = new Scanner(System.in);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Scanner, as a field every method can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Main.java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// Out here, outside main, so every method in the class can use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static Scanner input = new Scanner(System.in);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Main.java   -   delete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    Scanner input = new Scanner(System.in);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Delete this line. The Scanner is a field now, at the top of the class.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Ask until it makes sense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while (true) with doors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return leaves the method, loop and 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Anything else: a message, then ask again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question is a parameter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205  </a:t>
            </a:r>
            <a:r>
              <a:rPr sz="1800">
                <a:solidFill>
                  <a:srgbClr val="7FE0A0"/>
                </a:solidFill>
                <a:latin typeface="Consolas"/>
              </a:rPr>
              <a:t>    // Asks a yes-or-no question until it gets an answer it understands.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Below winMessage.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205  </a:t>
            </a:r>
            <a:r>
              <a:rPr sz="1800">
                <a:solidFill>
                  <a:srgbClr val="6D8C97"/>
                </a:solidFill>
                <a:latin typeface="Consolas"/>
              </a:rPr>
              <a:t>    // Asks a yes-or-no question until it gets an answer it understands.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206  </a:t>
            </a:r>
            <a:r>
              <a:rPr sz="1800">
                <a:solidFill>
                  <a:srgbClr val="7FE0A0"/>
                </a:solidFill>
                <a:latin typeface="Consolas"/>
              </a:rPr>
              <a:t>    static boolean askYesNo(String question)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Takes the question, gives back true or false.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205  </a:t>
            </a:r>
            <a:r>
              <a:rPr sz="1800">
                <a:solidFill>
                  <a:srgbClr val="6D8C97"/>
                </a:solidFill>
                <a:latin typeface="Consolas"/>
              </a:rPr>
              <a:t>    // Asks a yes-or-no question until it gets an answer it understands.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206  </a:t>
            </a:r>
            <a:r>
              <a:rPr sz="1800">
                <a:solidFill>
                  <a:srgbClr val="6D8C97"/>
                </a:solidFill>
                <a:latin typeface="Consolas"/>
              </a:rPr>
              <a:t>    static boolean askYesNo(String question)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while (true)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Loop forever - the returns are the way out.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205  </a:t>
            </a:r>
            <a:r>
              <a:rPr sz="1800">
                <a:solidFill>
                  <a:srgbClr val="6D8C97"/>
                </a:solidFill>
                <a:latin typeface="Consolas"/>
              </a:rPr>
              <a:t>    // Asks a yes-or-no question until it gets an answer it understands.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206  </a:t>
            </a:r>
            <a:r>
              <a:rPr sz="1800">
                <a:solidFill>
                  <a:srgbClr val="6D8C97"/>
                </a:solidFill>
                <a:latin typeface="Consolas"/>
              </a:rPr>
              <a:t>    static boolean askYesNo(String question)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while (true)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System.out.print(question);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Ask whatever question was passed 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205  </a:t>
            </a:r>
            <a:r>
              <a:rPr sz="1800">
                <a:solidFill>
                  <a:srgbClr val="6D8C97"/>
                </a:solidFill>
                <a:latin typeface="Consolas"/>
              </a:rPr>
              <a:t>    // Asks a yes-or-no question until it gets an answer it understands.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206  </a:t>
            </a:r>
            <a:r>
              <a:rPr sz="1800">
                <a:solidFill>
                  <a:srgbClr val="6D8C97"/>
                </a:solidFill>
                <a:latin typeface="Consolas"/>
              </a:rPr>
              <a:t>    static boolean askYesNo(String question)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while (true)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System.out.print(question);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String answer = input.nextLine().trim().toLowerCase();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Read and tidy the answer.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205  </a:t>
            </a:r>
            <a:r>
              <a:rPr sz="1800">
                <a:solidFill>
                  <a:srgbClr val="6D8C97"/>
                </a:solidFill>
                <a:latin typeface="Consolas"/>
              </a:rPr>
              <a:t>    // Asks a yes-or-no question until it gets an answer it understands.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206  </a:t>
            </a:r>
            <a:r>
              <a:rPr sz="1800">
                <a:solidFill>
                  <a:srgbClr val="6D8C97"/>
                </a:solidFill>
                <a:latin typeface="Consolas"/>
              </a:rPr>
              <a:t>    static boolean askYesNo(String question)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while (true)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System.out.print(question);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String answer = input.nextLine().trim().toLowerCase();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210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if (answer.equals("y") || answer.equals("yes"))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yes...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205  </a:t>
            </a:r>
            <a:r>
              <a:rPr sz="1800">
                <a:solidFill>
                  <a:srgbClr val="6D8C97"/>
                </a:solidFill>
                <a:latin typeface="Consolas"/>
              </a:rPr>
              <a:t>    // Asks a yes-or-no question until it gets an answer it understands.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206  </a:t>
            </a:r>
            <a:r>
              <a:rPr sz="1800">
                <a:solidFill>
                  <a:srgbClr val="6D8C97"/>
                </a:solidFill>
                <a:latin typeface="Consolas"/>
              </a:rPr>
              <a:t>    static boolean askYesNo(String question)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while (true)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System.out.print(question);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String answer = input.nextLine().trim().toLowerCase();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210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if (answer.equals("y") || answer.equals("yes"))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211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return true;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...returns true and ends the method.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205  </a:t>
            </a:r>
            <a:r>
              <a:rPr sz="1800">
                <a:solidFill>
                  <a:srgbClr val="6D8C97"/>
                </a:solidFill>
                <a:latin typeface="Consolas"/>
              </a:rPr>
              <a:t>    // Asks a yes-or-no question until it gets an answer it understands.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206  </a:t>
            </a:r>
            <a:r>
              <a:rPr sz="1800">
                <a:solidFill>
                  <a:srgbClr val="6D8C97"/>
                </a:solidFill>
                <a:latin typeface="Consolas"/>
              </a:rPr>
              <a:t>    static boolean askYesNo(String question)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while (true)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System.out.print(question);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209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String answer = input.nextLine().trim().toLowerCase();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210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if (answer.equals("y") || answer.equals("yes"))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211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return true;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212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213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if (answer.equals("n") || answer.equals("no"))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no...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6D8C97"/>
                </a:solidFill>
                <a:latin typeface="Consolas"/>
              </a:rPr>
              <a:t>    // Asks a yes-or-no question until it gets an answer it understands.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6D8C97"/>
                </a:solidFill>
                <a:latin typeface="Consolas"/>
              </a:rPr>
              <a:t>    static boolean askYesNo(String 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System.out.print(question);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String answer = input.nextLine().trim().toLowerCase();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(answer.equals("y") || answer.equals("yes"))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return true;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(answer.equals("n") || answer.equals("no"))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return false;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...returns false.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6D8C97"/>
                </a:solidFill>
                <a:latin typeface="Consolas"/>
              </a:rPr>
              <a:t>    // Asks a yes-or-no question until it gets an answer it understands.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6D8C97"/>
                </a:solidFill>
                <a:latin typeface="Consolas"/>
              </a:rPr>
              <a:t>    static boolean askYesNo(String 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System.out.print(question);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String answer = input.nextLine().trim().toLowerCase();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(answer.equals("y") || answer.equals("yes"))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return true;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(answer.equals("n") || answer.equals("no"))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return false;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System.out.println("Please answer y or n.");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Anything else: ask again.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6D8C97"/>
                </a:solidFill>
                <a:latin typeface="Consolas"/>
              </a:rPr>
              <a:t>    // Asks a yes-or-no question until it gets an answer it understands.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6D8C97"/>
                </a:solidFill>
                <a:latin typeface="Consolas"/>
              </a:rPr>
              <a:t>    static boolean askYesNo(String 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System.out.print(question);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String answer = input.nextLine().trim().toLowerCase();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(answer.equals("y") || answer.equals("yes"))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return true;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(answer.equals("n") || answer.equals("no"))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return false;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System.out.println("Please answer y or n.");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loop.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6D8C97"/>
                </a:solidFill>
                <a:latin typeface="Consolas"/>
              </a:rPr>
              <a:t>    // Asks a yes-or-no question until it gets an answer it understands.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6D8C97"/>
                </a:solidFill>
                <a:latin typeface="Consolas"/>
              </a:rPr>
              <a:t>    static boolean askYesNo(String 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System.out.print(question);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String answer = input.nextLine().trim().toLowerCase();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(answer.equals("y") || answer.equals("yes"))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return true;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(answer.equals("n") || answer.equals("no"))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return false;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System.out.println("Please answer y or n.");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218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method.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Main.java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7FE0A0"/>
                </a:solidFill>
                <a:latin typeface="Consolas"/>
              </a:rPr>
              <a:t>    // Asks a yes-or-no question until it gets an answer it understands.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7FE0A0"/>
                </a:solidFill>
                <a:latin typeface="Consolas"/>
              </a:rPr>
              <a:t>    static boolean askYesNo(String 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System.out.print(question);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String answer = input.nextLine().trim().toLowerCase();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if (answer.equals("y") || answer.equals("yes"))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return true;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if (answer.equals("n") || answer.equals("no"))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return false;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System.out.println("Please answer y or n.");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218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does askYesNo ever leave its while (true) loop?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while (true) stops after ten passes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return ends the whole method, loop and 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break is hidden in the println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never does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does askYesNo ever leave its while (true) loop?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while (true) stops after ten passes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return ends the whole method, loop and all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break is hidden in the println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never does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return leaves the method at once, wherever it is. The loop is infinite on purpose, with two doors.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One method, two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Play again: one line now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rules: the call is the if's condition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Main.java   -   replace 3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170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        System.out.print("Play again? (y/n)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171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        String answer = input.nextLine().trim().toLowerCase();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172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        keepPlaying = answer.equals("y") || answer.equals("yes");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Delete these three lines. askYesNo does all of this now, and better.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170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170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keepPlaying = askYesNo("Play again? (y/n) 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line does what three did.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Main.java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169  </a:t>
            </a:r>
            <a:r>
              <a:rPr sz="18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170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keepPlaying = askYesNo("Play again? (y/n) 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if (askYesNo("Read the rules first? (y/n) "))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Below the name. The call is the condition.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if (askYesNo("Read the rules first? (y/n) "))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System.out.println("CAPITAL letter = right letter, right place.");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rules, one line each.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if (askYesNo("Read the rules first? (y/n) "))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System.out.println("CAPITAL letter = right letter, right place.");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System.out.println("small letter   = in the word, wrong place.");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spaces line the = signs up.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if (askYesNo("Read the rules first? (y/n) "))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System.out.println("CAPITAL letter = right letter, right place.");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System.out.println("small letter   = in the word, wrong place.");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System.out.println("_              = not in the word at all.");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last rule.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if (askYesNo("Read the rules first? (y/n) "))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System.out.println("CAPITAL letter = right letter, right place.");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System.out.println("small letter   = in the word, wrong place.");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System.out.println("_              = not in the word at all.");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if.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Main.java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if (askYesNo("Read the rules first? (y/n) "))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System.out.println("CAPITAL letter = right letter, right place.");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System.out.println("small letter   = in the word, wrong place.");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System.out.println("_              = not in the word at all.");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asking properly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it. Answer the rules question with maybe, then y. Play a round, then answer 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