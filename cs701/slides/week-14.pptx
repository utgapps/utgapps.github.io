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Wordle: again, and a list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Play again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Day 13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new game is gameIntro, gameSetup, displayGuesses, runGame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method for them: replayGame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win and the loss call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Don't repeat yourself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main():            gameIntro(); gameSetup(); displayGuesses(); runGame();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after a win:       the same four lines?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after a loss:      the same four lines again?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replayGame():      the four lines, once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handleWinScenario and handleLoseScenario both call replayGame()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Copied code has to be fixed in every copy. A method is fixed once.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Winning, and playing again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handleWinScenario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message and the offer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 or P: toLowerCase first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replayGame: the four calls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Wordle.java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(userGuessChar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coloredGuess.append(ANSI_GREEN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int position = answer.indexOf(userGuessChar);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if (position &gt;= 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coloredGuess.append(ANSI_YELLOW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 // inner loop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guesses[guessNumber] = coloredGuess.toString();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(userGuess.equals(answer))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        System.out.println("Congratulations! You have guessed the word correctly!");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77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coloredGuess.append(ANSI_GREEN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int position = answer.indexOf(userGuessChar);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if (position &gt;= 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coloredGuess.append(ANSI_YELLOW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 // inner loop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guesses[guessNumber] = coloredGuess.toString();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(userGuess.equals(answer))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handleWinScenario();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In runGame, the win's println becomes a call to a method of its own.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87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guesses[guessNumber] = coloredGuess.toString();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(userGuess.equals(answer))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handleWinScenario();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(guessNumber == numberOfGuesses - 1)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System.out.println("You have run out of guesses! The word was " + answer + ".");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handleWinScenario()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end of the class. Everything a win needs, in one place.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88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(userGuess.equals(answer))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handleWinScenario();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(guessNumber == numberOfGuesses - 1)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System.out.println("You have run out of guesses! The word was " + answer + ".");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handleWinScenario()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System.out.println("Congratulations! You have guessed the word! Press P to play again.");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message, and an offer.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89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(userGuess.equals(answer))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handleWinScenario();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(guessNumber == numberOfGuesses - 1)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System.out.println("You have run out of guesses! The word was " + answer + ".");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handleWinScenario()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System.out.println("Congratulations! You have guessed the word! Press P to play again.");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(input.next().toLowerCase().charAt(0) == 'p')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 the answer, make it small letters, take its first character: p or P both play again. A char goes in single quotes.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handleWinScenario();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(guessNumber == numberOfGuesses - 1)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System.out.println("You have run out of guesses! The word was " + answer + ".");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handleWinScenario()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System.out.println("Congratulations! You have guessed the word! Press P to play again.");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(input.next().toLowerCase().charAt(0) == 'p')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replayGame();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Then start over.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94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System.out.println("You have run out of guesses! The word was " + answer + ".");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handleWinScenario()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System.out.println("Congratulations! You have guessed the word! Press P to play again.");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(input.next().toLowerCase().charAt(0) == 'p')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replayGame();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replayGame()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Below it: a new game.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95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handleWinScenario()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System.out.println("Congratulations! You have guessed the word! Press P to play again.");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(input.next().toLowerCase().charAt(0) == 'p')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replayGame();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replayGame()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gameIntro();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same four calls as main, in the same order.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if (userGuess.equals(answer))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handleWinScenario();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if (guessNumber == numberOfGuesses - 1)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System.out.println("You have run out of guesses! The word was " + answer + ".");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handleWinScenario()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System.out.println("Congratulations! You have guessed the word! Press P to play again.");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(input.next().toLowerCase().charAt(0) == 'p')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replayGame();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replayGame()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runGame();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play again?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 and win. Type n to stop - or p to play again.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handleLoseScenario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same shape as a win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tells player 2 the word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calls the same replayGame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Wordle.java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if (position &gt;= 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coloredGuess.append(ANSI_YELLOW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 // inner loop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guesses[guessNumber] = coloredGuess.toString();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(userGuess.equals(answer))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handleWinScenario();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(guessNumber == numberOfGuesses - 1)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        System.out.println("You have run out of guesses! The word was " + answer + ".");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81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coloredGuess.append(ANSI_YELLOW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 // inner loop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guesses[guessNumber] = coloredGuess.toString();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(userGuess.equals(answer))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handleWinScenario();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(guessNumber == numberOfGuesses - 1)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handleLoseScenario();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loss's println becomes a call too.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94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handleLoseScenario();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handleWinScenario()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System.out.println("Congratulations! You have guessed the word! Press P to play again.");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(input.next().toLowerCase().charAt(0) == 'p')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replayGame();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handleLoseScenario()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Just below handleWinScenario: the same shape, for a loss.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95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handleWinScenario()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System.out.println("Congratulations! You have guessed the word! Press P to play again.");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(input.next().toLowerCase().charAt(0) == 'p')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replayGame();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handleLoseScenario()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System.out.println("You have run out of guesses! The word was " + answer + ". Press P to play again.");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word, and the same offer.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96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handleWinScenario()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System.out.println("Congratulations! You have guessed the word! Press P to play again.");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(input.next().toLowerCase().charAt(0) == 'p')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replayGame();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handleLoseScenario()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System.out.println("You have run out of guesses! The word was " + answer + ". Press P to play again.");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(input.next().toLowerCase().charAt(0) == 'p')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same check.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if (guessNumber == numberOfGuesses - 1)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handleLoseScenario();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handleWinScenario()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System.out.println("Congratulations! You have guessed the word! Press P to play again.");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(input.next().toLowerCase().charAt(0) == 'p')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replayGame();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handleLoseScenario()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System.out.println("You have run out of guesses! The word was " + answer + ". Press P to play again.");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(input.next().toLowerCase().charAt(0) == 'p')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replayGame();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replayGame()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gameIntro();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An array or an ArrayList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String[] guesses = new String[6];          6, for ever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ArrayList&lt;Character&gt; guessedLetters = new ArrayList&lt;Character&gt;();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guessedLetters.add('h');         on the end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guessedLetters.contains('h')     true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guessedLetters.remove(0);        take out the first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guessedLetters.clear();          empty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guessedLetters.size() says how many it holds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array's size is fixed; an ArrayList grows. It holds objects: Character, not char.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Letters guessed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ArrayList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import java.util.ArrayList;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list of Character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Cleared in gameSetup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Added to only if it does not contain the letter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ArrayList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private static ArrayList&lt;Character&gt; guessedLetters = new ArrayList&lt;Character&gt;();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list that grows as you add to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ArrayList&lt;Character&gt; holds chars; ArrayList&lt;String&gt; holds Strings.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Import it from java.util.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import java.util.ArrayList;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very top, above Scanner: borrow ArrayList, a list that can grow.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java.util.ArrayList;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Scanner input;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String[] guesses;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int numberOfGuesses;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int maxWordLength;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private static String answer;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These constants colour the output.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private static final String ANSI_RESET = "\u001B[0m";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private static final String ANSI_GREEN = "\u001B[32m";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private static final String ANSI_YELLOW = "\u001B[33m";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private static ArrayList&lt;Character&gt; guessedLetters = new ArrayList&lt;Character&gt;();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Below the constants: a list of every letter guessed so far. Character, in angle brackets, is what it holds.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List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guessedLetters.add(userGuessChar);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add(item) puts it on the end; remove(index) takes one out.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contains(item) is true if it is there.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size() says how many; clear() empties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System.out.println("Now, player 2 can start guessing:");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gameSetup()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numberOfGuesses = 6;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guesses = new String[numberOfGuesses];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maxWordLength = 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initializeGuesses();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guessedLetters.clear();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end of gameSetup: every game starts with an empty list.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66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char userGuessChar = userGuess.charAt(index);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if (!guessedLetters.contains(userGuessChar))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Just below userGuessChar: not in the list yet?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67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char userGuessChar = userGuess.charAt(index);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(!guessedLetters.contains(userGuessChar))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guessedLetters.add(userGuessChar);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Then add it to the end.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import java.util.ArrayList;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Scanner input;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String[] guesses;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int numberOfGuesses;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int maxWordLength;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private static String answer;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// These constants colour the output.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private static final String ANSI_RESET = "\u001B[0m";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private static final String ANSI_GREEN = "\u001B[32m";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private static final String ANSI_YELLOW = "\u001B[33m";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private static ArrayList&lt;Character&gt; guessedLetters = new ArrayList&lt;Character&gt;();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runGame();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gameIntro()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System.out.println("Now, player 2 can start guessing:");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gameSetup()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numberOfGuesses = 6;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guesses = new String[numberOfGuesses];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maxWordLength = 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initializeGuesses();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guessedLetters.clear();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initializeGuesses()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guesses[index] = "-----";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displayGuesses()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System.out.println(guesses[index]);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for (int index = 0; index &lt; userGuess.length();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char userGuessChar = userGuess.charAt(index);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if (!guessedLetters.contains(userGuessChar))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guessedLetters.add(userGuessChar);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if (userGuessChar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coloredGuess.append(ANSI_GREEN + userGuessChar + ANSI_RESET);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Showing them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for-each over a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Just above the board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for (char letter : guessedLetters)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81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(userGuessChar == answer.charAt(index))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coloredGuess.append(ANSI_GREEN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int position = answer.indexOf(userGuessChar);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if (position &gt;= 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coloredGuess.append(ANSI_YELLOW + userGuessChar + ANSI_RESET);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coloredGuess.append(userGuessChar);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 // inner loop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guesses[guessNumber] = coloredGuess.toString();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displayGuessedLetters();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In runGame, just above displayGuesses(): show the letters first.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System.out.println("You have run out of guesses! The word was " + answer + ". Press P to play again.");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(input.next().toLowerCase().charAt(0) == 'p')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replayGame();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replayGame()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runGame();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113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115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displayGuessedLetters()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end of the class.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replayGame();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replayGame()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runGame();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113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115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displayGuessedLetters()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System.out.println("You have guessed the letters:");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(char letter : guessedLetters)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for-each walks a list the way it walks an array.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replayGame()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runGame();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113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115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displayGuessedLetters()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System.out.println("You have guessed the letters:");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(char letter : guessedLetters)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System.out.print(letter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End the 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 // inner loop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guesses[guessNumber] = coloredGuess.toString();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displayGuessedLetters();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if (userGuess.equals(answer))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handleWinScenario();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if (guessNumber == numberOfGuesses - 1)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handleLoseScenario();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handleWinScenario()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System.out.println("Congratulations! You have guessed the word! Press P to play again.");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(input.next().toLowerCase().charAt(0) == 'p')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replayGame();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handleLoseScenario()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System.out.println("You have run out of guesses! The word was " + answer + ". Press P to play again.");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(input.next().toLowerCase().charAt(0) == 'p')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replayGame();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replayGame()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runGame();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113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114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115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displayGuessedLetters()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System.out.println("You have guessed the letters:");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(char letter : guessedLetters)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System.out.print(letter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121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122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the letters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it. Each letter is listed once, however often you guess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same word twice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guide's bonus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ArrayList&lt;String&gt; of whole words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Cleared in gameSetup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contains, then add or warn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Scanner input;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String[] guesses;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int numberOfGuesses;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int maxWordLength;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private static String answer;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// These constants colour the output.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private static final String ANSI_RESET = "\u001B[0m";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private static final String ANSI_GREEN = "\u001B[32m";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private static final String ANSI_YELLOW = "\u001B[33m";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private static ArrayList&lt;Character&gt; guessedLetters = new ArrayList&lt;Character&gt;();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private static ArrayList&lt;String&gt; alreadyGuessedWords = new ArrayList&lt;String&gt;();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guide's bonus. Below guessedLetters: a list of whole words.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42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System.out.println("Now, player 2 can start guessing:");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gameSetup()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numberOfGuesses = 6;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guesses = new String[numberOfGuesses];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maxWordLength = 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initializeGuesses();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guessedLetters.clear();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alreadyGuessedWords.clear();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Emptied for every new game too.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65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System.out.println(guesses[index]);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if (!alreadyGuessedWords.contains(userGuess))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In runGame, just below clearConsole(): a new word goes in the list...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67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(!alreadyGuessedWords.contains(userGuess))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alreadyGuessedWords.add(userGuess);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 else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...and a word already in it gets a warning.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private static final String ANSI_YELLOW = "\u001B[33m";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private static ArrayList&lt;Character&gt; guessedLetters = new ArrayList&lt;Character&gt;();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private static ArrayList&lt;String&gt; alreadyGuessedWords = new ArrayList&lt;String&gt;();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runGame();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gameIntro()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System.out.println("Now, player 2 can start guessing:");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gameSetup()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numberOfGuesses = 6;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guesses = new String[numberOfGuesses];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maxWordLength = 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initializeGuesses();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guessedLetters.clear();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alreadyGuessedWords.clear();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initializeGuesses()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guesses[index] = "-----";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displayGuesses()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System.out.println(guesses[index]);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if (!alreadyGuessedWords.contains(userGuess))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alreadyGuessedWords.add(userGuess);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System.out.println("You have already chosen this word");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StringBuilder coloredGuess = new StringBuilder(maxWordLength);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for (int index = 0; index &lt; userGuess.length(); index++)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already chosen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 and guess house twice.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does replayGame exist, instead of copying its four lines?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Java cannot call gameIntro twice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So the lines are written once and called from the win and the loss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It makes the game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main cannot be called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does replayGame exist, instead of copying its four lines?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Java cannot call gameIntro twice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So the lines are written once and called from the win and the loss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It makes the game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main cannot be called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Don't repeat yourself: copied code has to be fixed in every copy.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is true of an ArrayList, but not an array?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It counts from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It holds many values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It grows as you add to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It has a type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is true of an ArrayList, but not an array?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It counts from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It holds many values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It grows as you add to it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It has a type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An array's size is fixed when it is made.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declaration compiles?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ArrayList&lt;char&gt; letters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ArrayList[char] letters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ArrayList&lt;Character&gt; letters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ArrayList letters&lt;char&gt;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declaration compiles?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ArrayList&lt;char&gt; letters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ArrayList[char] letters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ArrayList&lt;Character&gt; letters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ArrayList letters&lt;char&gt;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An ArrayList holds objects, so chars go in as Character.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does gameSetup clear both lists?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So a new game does not start with the last game's letters and words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Lists must be cleared before they are used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save memory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clear makes the list longer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does gameSetup clear both lists?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So a new game does not start with the last game's letters and words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Lists must be cleared before they are used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save memory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clear makes the list longer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gameSetup runs at the start of every game, including a replay.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player types P. What is input.next().toLowerCase().charAt(0)?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'p'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'P'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"p"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player types P. What is input.next().toLowerCase().charAt(0)?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'p'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'P'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"p"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toLowerCase makes it p, and charAt gives the char 'p'.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