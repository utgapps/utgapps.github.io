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list that grows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ArrayList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list that grows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ArrayList&lt;String&gt;: a list of Strings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add, get, size, contains, remove, clear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Import it from java.util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ArrayList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ArrayList&lt;String&gt; usedWords = new ArrayList&lt;&gt;();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list that grows and shrinks.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ArrayList&lt;String&gt; is a list of Strings.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Import it from java.util.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java.util.ArrayList;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top line of the file 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58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String[] words = {"apple", "brick", "cloud", "dream", "flame", "ghost",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          "house", "lemon", "night", "plant", "river", "tiger"};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Random random = new Random();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ArrayList&lt;String&gt; usedWords = new ArrayList&lt;&gt;();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Below the Random line. An empty list of Strings.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No repeats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While it has been used, pick again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Then add it to the list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word used? Clear the 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List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usedWords.add(secretWord);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add(item) puts it on the end.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contains(item) is true if it is there.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size() says how many; clear() empties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String secretWord = words[random.nextInt(words.length)];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while (usedWords.contains(secretWord))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Below the pick. Already used?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String secretWord = words[random.nextInt(words.length)];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while (usedWords.contains(secretWord))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secretWord = words[random.nextInt(words.length)];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Pick again - no String in front: the variable exists already.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String secretWord = words[random.nextInt(words.length)];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while (usedWords.contains(secretWord))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secretWord = words[random.nextInt(words.length)];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usedWords.add(secretWord);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Remember this word.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String secretWord = words[random.nextInt(words.length)];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while (usedWords.contains(secretWord))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secretWord = words[random.nextInt(words.length)];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usedWords.add(secretWord);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if (usedWords.size() == words.length)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Every word used?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String secretWord = words[random.nextInt(words.length)];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while (usedWords.contains(secretWord))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secretWord = words[random.nextInt(words.length)];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usedWords.add(secretWord);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if (usedWords.size() == words.length)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usedWords.clear();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Empty the list so they can all come 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String secretWord = words[random.nextInt(words.length)];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while (usedWords.contains(secretWord))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secretWord = words[random.nextInt(words.length)];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usedWords.add(secretWord);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if (usedWords.size() == words.length)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usedWords.clear();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if.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Main.java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String secretWord = words[random.nextInt(words.length)];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while (usedWords.contains(secretWord))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secretWord = words[random.nextInt(words.length)];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79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usedWords.add(secretWord);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if (usedWords.size() == words.length)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usedWords.clear();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83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pick clear usedWords when it is full?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save memory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ArrayLists can only hold twelve items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Otherwise the while loop could never find an unused 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need to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pick clear usedWords when it is full?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save memory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ArrayLists can only hold twelve items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Otherwise the while loop could never find an unused word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need to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With every word used, usedWords.contains(secretWord) is always true, and the loop would never end.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Array or ArrayList?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Fixed size: array - words.length, words[0]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Growing: ArrayList - size(), get(0)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Both work with for-each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no repeats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 and play two rounds. However many rounds you play, a word only comes back after all twelve have had a turn.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