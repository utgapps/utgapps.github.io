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Arrays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An array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index   0       1        2     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item    Apple   Celery   Milk   Eggs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Four items in one variable, at indexes 0 to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first index is always 0, so the last is always length - 1.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Making an array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String[] cars = {"Mercedes", "BMW", "Ford", "Mazda"};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int[] numbers = {1, 2, 3, 4};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String[] shoppingList = new String[5];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cars.length is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shoppingList holds null, null, null, null,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Braces when you know the items; new with a size when you will fill it later. Either way the length is fixed from then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empty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6-1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String[] is an array of Strings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new String[5]: five empty slots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shoppingList[0] is the 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ShoppingList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ShoppingList lives in ShoppingList.java - and every other line goes inside its braces.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String[] shoppingList = new String[5];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Many values of one type under one name.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size is fixed when it is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String[] means an array of Strings.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String[] shoppingList = new String[5];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6-1. String[] is an array of Strings. new String[5] makes room for five, all empty (null) for 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shoppingList[0] = "Milk";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Square brackets pick one element.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Counting starts at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index past the end crashes the program.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shoppingList[0] = "Milk";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Square brackets and an index pick one slot. The first is 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ShoppingList.java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Fill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6-2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Slots 1 to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Five slots are numbered 0 to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shoppingList[1] = "Celery";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6-2: fill the other four slots.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shoppingList[1] = "Celery";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shoppingList[3] = "Apples";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last slot is 4, not 5: five slots are numbered 0 to 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ShoppingList.java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shoppingList[1] = "Celery";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shoppingList[3] = "Apples";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shoppingList[4] = "Eggs";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Read one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6-3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shoppingList[2] is the third item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shoppingList[1] = "Celery";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shoppingList[3] = "Apples";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shoppingList[4] = "Eggs";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System.out.println(shoppingList[2]);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6-3: read one item back. Index 2 is the third.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third 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ShoppingList.java.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Every 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Traversing an array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index from 0 while index &lt; shoppingList.length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length has no brackets on an array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shoppingList[1] = "Celery";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shoppingList[3] = "Apples";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shoppingList[4] = "Eggs";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System.out.println(shoppingList[2]);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System.out.println("The items in the shopping list are:");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heading, then every item.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.length on an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shoppingList.length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How many elements an array has.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brackets - unlike a String's length().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shoppingList[1] = "Celery";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shoppingList[3] = "Apples";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shoppingList[4] = "Eggs";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System.out.println(shoppingList[2]);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items in the shopping list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shoppingList.length; 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length is how many slots the array has - no brackets after it, unlike a String's length(). index &lt; length stops at the last slot.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shoppingList[1] = "Celery";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shoppingList[3] = "Apples";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shoppingList[4] = "Eggs";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System.out.println(shoppingList[2]);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items in the shopping list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System.out.print(shoppingList[index] + "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item at this index, and a space.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shoppingList[1] = "Celery";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shoppingList[3] = "Apples";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shoppingList[4] = "Eggs";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System.out.println(shoppingList[2]);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items in the shopping list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System.out.print(shoppingList[index]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End the 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ShoppingList.java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ShoppingList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shoppingList[1] = "Celery";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shoppingList[3] = "Apples";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shoppingList[4] = "Eggs";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System.out.println(shoppingList[2]);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System.out.println("The items in the shopping list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System.out.print(shoppingList[index]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whole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 again.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Out of bounds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for (int index = 0; index &lt; 6;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System.out.print(shoppingList[index] + "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Milk Celery Tomatoes Apples Eggs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Exception in thread "main" java.lang.ArrayIndexOutOfBoundsException: Index 5 out of bounds for length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There is no slot 5 in an array of five. System.out.println(shoppingList[6]); crashes the same way.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Change two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Assigning to a slot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shoppingList[0] = "Strawberries"; replaces Milk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toUpperCase() in the loop prints capitals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String[] shoppingList = new String[5];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shoppingList[0] = "Milk";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shoppingList[1] = "Celery";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shoppingList[3] = "Apples";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shoppingList[4] = "Eggs";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System.out.println(shoppingList[2]);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items in the shopping list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System.out.print(shoppingList[index]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shoppingList[0] = "Strawberries";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 array's slots can be changed: put a new item into slot 0, and another into slot 4.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shoppingList[1] = "Celery";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shoppingList[3] = "Apples";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shoppingList[4] = "Eggs";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System.out.println(shoppingList[2]);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items in the shopping list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System.out.print(shoppingList[index]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shoppingList[0] = "Strawberries";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shoppingList[4] = "Blueberries";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System.out.println("After the changes, in capitals:");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shoppingList.length; index++)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loop again.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shoppingList[2] = "Tomatoes";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shoppingList[3] = "Apples";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shoppingList[4] = "Eggs";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System.out.println(shoppingList[2]);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items in the shopping list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System.out.print(shoppingList[index]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shoppingList[0] = "Strawberries";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shoppingList[4] = "Blueberries";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System.out.println("After the changes, in capitals:");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System.out.print(shoppingList[index].toUpperCase() + "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Each item, in capitals. Does this change what is in the array? The next part answers it.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ShoppingList.java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shoppingList[0] = "Strawberries";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shoppingList[4] = "Blueberries";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System.out.println("After the changes, in capitals:");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System.out.print(shoppingList[index].toUpperCase()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Changing every element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shoppingList[index] = shoppingList[index].toUpperCase();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Now the array itself holds STRAWBERRIES, CELERY,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toUpperCase() only makes a copy. Assigning the copy back into the slot is what changes the array - and that needs the index.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each 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for (String item : shoppingList)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item is each element in turn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index, so it cannot change the array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type before the colon matches the array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System.out.println(shoppingList[2]);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items in the shopping list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System.out.print(shoppingList[index]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shoppingList[0] = "Strawberries";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shoppingList[4] = "Blueberries";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System.out.println("After the changes, in capitals:");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System.out.print(shoppingList[index].toUpperCase()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System.out.println("And the list itself:");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 the array once more, with a for-each loop.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for-each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for (String item : shoppingList)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Visits every element in turn.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Read it as: for each item in shoppingList.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index to manage.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ShoppingList.java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System.out.println("The items in the shopping list are:");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System.out.print(shoppingList[index]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shoppingList[0] = "Strawberries";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shoppingList[4] = "Blueberries";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System.out.println("After the changes, in capitals:");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index = 0; index &lt; shoppingList.length;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System.out.print(shoppingList[index].toUpperCase()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System.out.println("And the list itself:");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(String item : shoppingList)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Read it as: for each String item in shoppingList. item is every element in turn - no index needed.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ShoppingList.java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System.out.println("And the list itself:");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(String item : shoppingList)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System.out.print(item + "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list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The capitals were only printed; the array still holds the originals.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String[] shoppingList = new String[5]; What is the index of the last slot?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String[] shoppingList = new String[5]; What is the index of the last slot?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Five slots are numbered 0 to 4. The last index is length - 1.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each slot of new String[3] hold before you set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null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 empty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random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each slot of new String[3] hold before you set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null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 empty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random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new array of Strings starts with nothing in each slot: null.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array has length 5. What happens on System.out.println(shoppingList[5]);?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ArrayIndexOutOfBoundsException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prints null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prints the last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array has length 5. What happens on System.out.println(shoppingList[5]);?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ArrayIndexOutOfBoundsException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prints null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prints the last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There is no slot 5. The program compiles, then crashes when it runs.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must you use a for loop instead of a for-each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you need the index, for example to change elements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the array holds Strings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When the array is short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 - they are the same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must you use a for loop instead of a for-each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you need the index, for example to change elements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the array holds Strings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When the array is short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 - they are the same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for-each gives you each element but no index, so it cannot assign back into a slot.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int[] numbers = {4, 8, 15}; What is numbers.length?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27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int[] numbers = {4, 8, 15}; What is numbers.length?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27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length counts the slots, not the values in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