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list of words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Many values, one name, numbered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words[0] is the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words.length is how many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last is words[words.length - 1]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random.nextInt(words.length)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random numbers.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nextInt(12) gives 0 to 11 - never 12.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java.util.Random;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top, above the Scanner import.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words = {"apple", "brick", "cloud", "dream", "flame", "ghost",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summary. An array of words - it carries on to the next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words = {"apple", "brick", "cloud", "dream", "flame", "ghost",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  "house", "lemon", "night", "plant", "river", "tiger"};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rest of the list, lined up under the first. The ; ends the statement.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words = {"apple", "brick", "cloud", "dream", "flame", "ghost",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"house", "lemon", "night", "plant", "river", "tiger"};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Random for the whole program.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words = {"apple", "brick", "cloud", "dream", "flame", "ghost",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  "house", "lemon", "night", "plant", "river", "tiger"};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random 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random.nextInt(words.length)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whole number from 0 to 11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Exactly the valid indexes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a word and it still 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Main.java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String secretWord = "plant";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more plant every time. Take this line out; the random pick replaces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words[0]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pick one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index past the end crashes the program.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.length on an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words.length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elements an array has.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brackets - unlike a String's length().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secretWord = words[random.nextInt(words.length)];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random index from 0 to 11, and the word in that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secretWord = words[random.nextInt(words.length)];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random.nextInt(words.length) with 12 words can give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any whole number from 0 to 11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any whole number from 1 to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 to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even 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random.nextInt(words.length) with 12 words can give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any whole number from 0 to 11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any whole number from 1 to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 to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even 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nextInt(12) never gives 12 - exactly the valid indexes of a 12-element array.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board of clues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new String[maxGuesses] makes empty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for loop fills them with dashes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clue goes in row guessesUsed - 1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board = new String[maxGuesses];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array with one box per guess.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board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 board.length;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Visit every box by its index...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board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board[row] = "-----";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fill it with dashes.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board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board[row] = "-----";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board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 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board[row] = "-----";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board[guessesUsed - 1] = clue;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clue's println. The first guess goes in row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for-each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(String row : board)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element,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index to get wrong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it as: for each row in board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for-each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(String row : board)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Visits every element in turn.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it as: for each row in board.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index to manage.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(String row : board)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loop's closing brace: for each row in the board...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(String row : board)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System.out.println(row);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...print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(String row : board)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System.out.println(row);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(String row : board)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System.out.println(row);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random 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play a whole game. Your word will be different from this one - it is random now.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