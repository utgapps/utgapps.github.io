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keyboard grid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of arrays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keyboard[row][column]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keyboard[0] is the top row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keyboard[0][2] is 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can be different lengths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2D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keyboard[0][2]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array of arrays: a grid.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grid[row][column] is one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can be different lengths.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char[][] keyboard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Above boolean keepPlaying. An array of char arrays.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char[][] keyboard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"qwertyuiop".toCharArray(),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Row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char[][] keyboard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"qwertyuiop".toCharArray(),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"asdfghjkl".toCharArray(),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Row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char[][] keyboard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"qwertyuiop".toCharArray(),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"asdfghjkl".toCharArray(),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"zxcvbnm".toCharArray()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Row 2 - no comma after the last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char[][] keyboard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"qwertyuiop".toCharArray(),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"asdfghjkl".toCharArray(),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"zxcvbnm".toCharArray()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grid.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52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char[][] keyboard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"qwertyuiop".toCharArray(),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"asdfghjkl".toCharArray(),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"zxcvbnm".toCharArray()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keyboard[1][0]?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'q'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'a'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'w'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'z'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keyboard[1][0]?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'q'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'a'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'w'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'z'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 1 is asdfghjkl, and column 0 is its first letter.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Letters tried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String that starts empty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guess is added 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boolean won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boolean gaveUp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int guessesUsed =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String[] board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row = 0; row &lt; 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board[row] = "-----";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String[] guesses = new String[maxGuesses];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triedLetters = "";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Letters tried this round - none yet.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129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board[guessesUsed - 1] = clue;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guesses[guessesUsed - 1] = guess;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131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triedLetters = triedLetters + guess;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this guess's letters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Walking the grid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loop for rows, one for columns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keyboard[row].length: each row's own length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Tried and not in the word: a dot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println() after each row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for (int row = 0; row &lt; keyboard.length; row++)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 lines inside the guess loop. Each row...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for (int column = 0; column &lt; keyboard[row].length; column++)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...each key along that row.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char key = keyboard[row][column];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key at this row and column.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Tried, and not in the word?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    System.out.print(".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Blank it with a dot.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Otherwise...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        System.out.print(key + "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...print the key.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System.out.print(key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column loop.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79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80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    System.out.print(key + "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81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82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row.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84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    System.out.print(key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row loop.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for (int row = 0; row &lt; keyboard.length; row++)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for (int column = 0; column &lt; keyboard[row].length; column++)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char key = keyboard[row][column];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if (triedLetters.indexOf(key) &gt;= 0 &amp;&amp; secretWord.indexOf(key) &lt; 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    System.out.print(".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    System.out.print(key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keyboard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and guess crane. Every letter of crane that is not in your word becomes a dot.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