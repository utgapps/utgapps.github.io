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2D arrays and nested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Two-dimensional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table of rows and columns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int[][] matrix = new int[3][4]; - 3 rows, 4 columns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starts full of zeros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Or fill it with braces, one inner set per row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matrix[row][column], both from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new int[3][4]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int[][] matrix = new int[3][4];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      column 0  1  2 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row 0            0  0  0 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row 1            0  0  0 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row 2            0  0  0 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12 elements, all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 number is the rows, the second the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2D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Rows first, then columns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Braces inside braces: one set per row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matrix[2][3] is row 2, column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Nested loops print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Matrix.java,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Matrix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Matrix, the file's name without .java.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2D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int[][] matrix = {{1, 2, 3, 4}, {5, 6, 7, 8}, {9, 10, 11, 12}};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array of arrays: a grid.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matrix[row][column] is one element.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count from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int[][] matrix = {{1, 2, 3, 4}, {5, 6, 7, 8}, {9, 10, 11, 12}};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2D array: two pairs of square brackets. Each inner set of braces is one row - three rows of four.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System.out.println(matrix[2][3]);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Row first, then column, both counting from 0. Row 2, column 3 is the last element.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matrix[0][0] = 10;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an element as you would in any array: name its row and column, then =.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matrix[0][0]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matrix[0][3] = 40;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matrix[1][1] = 50;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0; row &lt; matrix.length; row++)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 print it all, a loop inside a loop. matrix.length is the number of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matrix[0][0]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matrix[0][3] = 40;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matrix[1][1] = 50;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 matrix.length;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0; column &lt; matrix[row].length; column++)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matrix[row].length is the number of columns in that row.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matrix[0][0] = 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matrix[0][3] = 40;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matrix[1][1] = 50;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 matrix.length;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0; column &lt; matrix[row].length;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System.out.print(matrix[row][column]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print, with a space, keeps a row on one 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Matrix.java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matrix[0][0] =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matrix[0][3] = 40;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matrix[1][1] = 50;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for (int row = 0; row &lt; matrix.length;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for (int column = 0; column &lt; matrix[row].length;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System.out.print(matrix[row][column]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each row: end the 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Matrix.java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Matrix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int[][] matrix = {{1, 2, 3, 4}, {5, 6, 7, 8}, {9, 10, 11, 12}};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System.out.println(matrix[2][3]);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matrix[0][0] =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matrix[0][3] = 40;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matrix[1][1] = 50;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0; row &lt; matrix.length;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0; column &lt; matrix[row].length;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System.out.print(matrix[row][column]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Matrix.java. Find the three numbers you changed.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Practice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{{1, 2, 3, 4}, {5, 6, 7, 8}, {9, 10, 11, 12}}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the last element:  matrix[2][3] = 120;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the 7:             matrix[1][2] = 70;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the 11:            matrix[2][2] = 110;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row, then column, both from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the rows down and the columns across, starting at 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Nested loops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for (int row = 0; row &lt;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for (int column = 0; column &lt; 3;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    System.out.println("row " + row + ", column " + column);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row 0, column 0 / row 0, column 1 / row 0, column 2 / row 1, column 0 / row 1, column 1 / row 1, column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Six lines: the inner loop runs all the way through for each row.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times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grid from nested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outer loop: the row, 1 to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inner loop: the column, 1 to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cell is row * column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MultiplicationTableGenerator.java,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// Prints the times tables from 1 to 10 as a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comment saying what the program is for.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MultiplicationTableGenerator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MultiplicationTableGenerator, the file's name without .java.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System.out.println("Multiplication Table (1-10)");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title.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1; row &lt;= 10; row++)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outer loop: one row for each times table, 1 to 10.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1; column &lt;= 10; column++)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inner loop: ten columns in every row.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System.out.print(row * column);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Each cell is the row times the column.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MultiplicationTableGenerator.java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System.out.print(row * column);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What came out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System.out.print(row * column);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Multiplication Table (1-10) / 12345678910246810121416182036912...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number jammed together on one line: nothing prints a space, and nothing ends a row.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Spaces and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print, then println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space after each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println after the inner loop ends each row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MultiplicationTableGenerator.java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    System.out.print(row * column);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System.out.print(row * column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space after each number.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System.out.print(row * column + "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inner loop's closing brace, still inside the outer loop: end the row.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MultiplicationTableGenerator.java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System.out.print(row * column + "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It is a grid now - but do the columns line up?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printf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Printing to a format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%d is a whole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%4d gives it four spaces, pushed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%s is a String, %.2f a double to two places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MultiplicationTableGenerator.java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    System.out.print(row * column + "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printf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System.out.printf("%4d", row * column);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Prints with a pattern.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%4d: a whole number, four characters wide, so columns line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does not end the 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MultiplicationTableGenerator.java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System.out.printf("%4d", row * column);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printf prints to a format. %4d is a whole number in four spaces, pushed to the right.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MultiplicationTableGenerator.java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// Prints the times tables from 1 to 10 as a grid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MultiplicationTableGenerator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System.out.println("Multiplication Table (1-10)");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for (int row = 1; row &lt;= 10; row++)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for (int column = 1; column &lt;= 10; column++)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System.out.printf("%4d", row * column);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lined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Every column lines up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block of stars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9-1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Three rows, 0 to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Four columns, 0 to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println after the inner loop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Make a new file, NestedLoop.java, and type this in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NestedLoop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class: NestedLoop, the file's name without .java.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NestedLoop.java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NestedLoop.java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0; row &lt;= 2; row++)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9-1. Three rows: 0, 1 and 2.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NestedLoop.java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&lt;=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0; column &lt;= 3; column++)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Four columns: 0 to 3.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NestedLoop.java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&lt;=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0; column &lt;= 3;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System.out.print("*");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star for each column.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NestedLoop.java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for (int row = 0; row &lt;=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for (int column = 0; column &lt;= 3;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After the inner loop: end the row.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NestedLoop.java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NestedLoop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for (int row = 0; row &lt;= 2; row++)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for (int column = 0; column &lt;= 3; column++)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System.out.print("*");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NestedLoop.java. Then make it five rows of two.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int[][] grid = new int[2][5]; How many rows does it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int[][] grid = new int[2][5]; How many rows does it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first number is the rows: 2 rows of 5 columns.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{{1, 2, 3, 4}, {5, 6, 7, 8}, {9, 10, 11, 12}}, which element is 7?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matrix[2][1]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matrix[1][3]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matrix[2][3]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matrix[1][2]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{{1, 2, 3, 4}, {5, 6, 7, 8}, {9, 10, 11, 12}}, which element is 7?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matrix[2][1]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matrix[1][3]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matrix[2][3]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matrix[1][2]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Row 1 (the second row), column 2 (the third column).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matrix[0].length for that table?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matrix[0].length for that table?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matrix[0] is the first row, which has 4 elements.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outer loop runs 3 times and the inner loop 4. How many stars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outer loop runs 3 times and the inner loop 4. How many stars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inner loop runs all 4 times for each of the 3 rows.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%4d do in printf?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Prints four digits of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Prints the number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Prints a whole number in four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Divides by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%4d do in printf?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Prints four digits of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Prints the number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Prints a whole number in four spaces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Divides by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4 is the width: the number is pushed right in a space four characters 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