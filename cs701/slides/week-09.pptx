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Methods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static boolean isAllLetters(String word)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Name, parameter, return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return hands back a value and ends the method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lives outside main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148  </a:t>
            </a:r>
            <a:r>
              <a:rPr sz="1800">
                <a:solidFill>
                  <a:srgbClr val="7FE0A0"/>
                </a:solidFill>
                <a:latin typeface="Consolas"/>
              </a:rPr>
              <a:t>    // True only when every character in the word is a letter.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main's closing brace. A comment says what the method answers.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static boolean isAllLetters(String word)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piece of code that does one job.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static  returnType  name(parameters)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lives in the class, outside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True only when every character in the word is a letter.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149  </a:t>
            </a:r>
            <a:r>
              <a:rPr sz="1800">
                <a:solidFill>
                  <a:srgbClr val="7FE0A0"/>
                </a:solidFill>
                <a:latin typeface="Consolas"/>
              </a:rPr>
              <a:t>    static boolean isAllLetters(String word)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method: takes a String called word, gives back a boolean.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toCharArray()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"plant".toCharArray()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a String into an array of chars.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Handy with a for-each loop.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True only when every character in the word is a letter.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boolean isAllLetters(String 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(char character : word.toCharArray())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Every character in the word.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Character.isLetter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Character.isLetter('0')  is 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if a char is a letter.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digits, spaces and symbols.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True only when every character in the word is a letter.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boolean isAllLetters(String 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(char character : word.toCharArray())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(!Character.isLetter(character))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Not a letter?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return true;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a value back to whoever called the method.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Ends the method at once.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True only when every character in the word is a letter.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boolean isAllLetters(String 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(char character : word.toCharArray())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(!Character.isLetter(character))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the answer is false - and the method ends here.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True only when every character in the word is a letter.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boolean isAllLetters(String 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(char character : word.toCharArray())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(!Character.isLetter(character))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return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True only when every character in the word is a letter.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boolean isAllLetters(String 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(char character : word.toCharArray())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(!Character.isLetter(character))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return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return true;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reached if every character was a letter.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True only when every character in the word is a letter.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boolean isAllLetters(String 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(char character : word.toCharArray())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(!Character.isLetter(character))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return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return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156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method.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147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148  </a:t>
            </a:r>
            <a:r>
              <a:rPr sz="1800">
                <a:solidFill>
                  <a:srgbClr val="7FE0A0"/>
                </a:solidFill>
                <a:latin typeface="Consolas"/>
              </a:rPr>
              <a:t>    // True only when every character in the word is a letter.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149  </a:t>
            </a:r>
            <a:r>
              <a:rPr sz="1800">
                <a:solidFill>
                  <a:srgbClr val="7FE0A0"/>
                </a:solidFill>
                <a:latin typeface="Consolas"/>
              </a:rPr>
              <a:t>    static boolean isAllLetters(String 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(char character : word.toCharArray())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(!Character.isLetter(character))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return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156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When does isAllLetters reach return true?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After the first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after the loop has checked every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Whenever the word has five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When does isAllLetters reach return true?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After the first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after the loop has checked every character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Whenever the word has five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first non-letter returns false and ends the method. Getting past the loop means none was found.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guess is copied into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 comes back as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your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isAllLetters(guess)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its name and pass the values in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returns takes the call's place.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(!isAllLetters(guess))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length check. Call your method with the guess.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(!isAllLetters(guess))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System.out.println("Letters only, please.");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Tell the player.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(!isAllLetters(guess))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System.out.println("Letters only, please.");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continue;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Go round again without counting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(!isAllLetters(guess))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System.out.println("Letters only, please.");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continue;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(!isAllLetters(guess))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System.out.println("Letters only, please.");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continue;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method that returns a String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case returns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 break needed - return leaves the method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 it wherever you need the message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7FE0A0"/>
                </a:solidFill>
                <a:latin typeface="Consolas"/>
              </a:rPr>
              <a:t>    // A message for how quickly the word was found.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isAllLetters.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7FE0A0"/>
                </a:solidFill>
                <a:latin typeface="Consolas"/>
              </a:rPr>
              <a:t>    static String winMessage(int guessesUsed)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Takes a number, gives back a String.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switch (guessesUsed)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Choose by the number of guesses.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case 1: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guess...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 "Unbelievable!";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...return straight away - no break needed.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case 2: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Two...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 "Brilliant!";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Return a message.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return "Brilliant!";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case 3: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Three...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return "Brilliant!";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 "Great work!";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Return a message.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"Brilliant!";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"Great work!";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4: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Four...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"Brilliant!";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"Great work!";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4: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 "Nice one.";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Return a message.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"Brilliant!";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"Great work!";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4: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"Nice one.";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default: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Five or more...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"Brilliant!";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"Great work!";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4: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"Nice one.";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default: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 "Phew - just made it.";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...the last-second message.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"Brilliant!";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"Great work!";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4: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"Nice one.";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default: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"Phew - just made it.";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switch.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"Brilliant!";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"Great work!";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4: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"Nice one.";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default: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"Phew - just made it.";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method.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7FE0A0"/>
                </a:solidFill>
                <a:latin typeface="Consolas"/>
              </a:rPr>
              <a:t>    // A message for how quickly the word was found.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7FE0A0"/>
                </a:solidFill>
                <a:latin typeface="Consolas"/>
              </a:rPr>
              <a:t>    static String winMessage(int 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switch (guessesUsed)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 "Unbelievable!";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 "Brilliant!";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 "Great work!";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4: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 "Nice one.";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default: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 "Phew - just made it.";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System.out.println("You found it in " + guessesUsed + "!");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System.out.println(winMessage(guessesUsed));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Inside the win block: print whatever winMessage returns.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variable lives inside its braces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main's variables are invisible to other methods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Pass in what a method needs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name in two methods = two variables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letters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Guess cl0ud with a zero, then play on until you win.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