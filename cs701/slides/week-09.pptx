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Week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Methods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Methods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A named block of code that does one job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Write it once, call it as often as you like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Each method does a single task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Predefined: println, nextInt, charAt - Java wrote them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User-defined: the ones you write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Your first method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Instructor Example 8A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main prints two lines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Below main, a method of its own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void: it hands nothing back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Make a new file, FirstMethod.java, and type this in   -   line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7FE0A0"/>
                </a:solidFill>
                <a:latin typeface="Consolas"/>
              </a:rPr>
              <a:t>public class FirstMethod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Opens the class: FirstMethod, the file's name without .java.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FirstMethod.java   -   line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public class FirstMethod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7FE0A0"/>
                </a:solidFill>
                <a:latin typeface="Consolas"/>
              </a:rPr>
              <a:t>    public static void main(String[] args)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The main method: where the program starts. Same line as always - copy it exactly.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FirstMethod.java   -   line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public class FirstMethod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System.out.println("This line runs before the method is called.");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Instructor Example 8A, typed. The first thing main prints.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FirstMethod.java   -   line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public class FirstMethod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System.out.println("This line runs before the method is called.");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System.out.println("This line runs after the method's call.");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And the second. Nothing in main mentions the method - yet.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A method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public static void myFirstMethod() {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named piece of code that does one job.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static  returnType  name(parameters)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lives in the class, outside main. void means it gives nothing back.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FirstMethod.java   -   line 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public class FirstMethod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System.out.println("This line runs before the method is called.");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System.out.println("This line runs after the method's call.");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6D8C97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6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7FE0A0"/>
                </a:solidFill>
                <a:latin typeface="Consolas"/>
              </a:rPr>
              <a:t>    public static void myFirstMethod()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Below main's closing brace, still inside the class: your first method. void means it hands nothing back; the empty brackets mean it needs nothing to start.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FirstMethod.java   -   line 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public class FirstMethod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System.out.println("This line runs before the method is called.");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System.out.println("This line runs after the method's call.");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6D8C97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6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6D8C97"/>
                </a:solidFill>
                <a:latin typeface="Consolas"/>
              </a:rPr>
              <a:t>    public static void myFirstMethod()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System.out.println("Now myFirstMethod is executing");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Its body: the one job it does when it is called.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FirstMethod.java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7FE0A0"/>
                </a:solidFill>
                <a:latin typeface="Consolas"/>
              </a:rPr>
              <a:t>public class FirstMethod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7FE0A0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System.out.println("This line runs before the method is called.");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System.out.println("This line runs after the method's call.");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7FE0A0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6  </a:t>
            </a:r>
            <a:r>
              <a:rPr sz="18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7FE0A0"/>
                </a:solidFill>
                <a:latin typeface="Consolas"/>
              </a:rPr>
              <a:t>    public static void myFirstMethod()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System.out.println("Now myFirstMethod is executing");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7FE0A0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10  </a:t>
            </a:r>
            <a:r>
              <a:rPr sz="18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Checkpoint: no call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CHECKPOINT - RUN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Run FirstMethod.java. Where is the method's line?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Press Run in the classroom editor, or Ctrl+Enter.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Press Show a sample run in the web deck to compare.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On the board   -   Flow of control   (watch, nothing to type)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main starts at the top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  prints the first line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  myFirstMethod();      jump to the method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    its body runs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  back to the line after the call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  prints the last line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It prints: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7FE0A0"/>
                </a:solidFill>
                <a:latin typeface="Consolas"/>
              </a:rPr>
              <a:t>before, the method, after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method runs only when it is called, and the program always comes back to where it left.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Calling 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Flow of control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method's name and brackets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Between the two lines in main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program jumps there and back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Calling a method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myFirstMethod();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Write its name and the values it needs, in brackets.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Its code runs, then Java comes back to the next line.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What it returns takes the call's place.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FirstMethod.java   -   line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public class FirstMethod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System.out.println("This line runs before the method is called.");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myFirstMethod();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Between the two lines: call it. Its name and brackets are enough - the program jumps to the method, runs it, and comes back.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Checkpoint: the call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CHECKPOINT - RUN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Run it. The method's line is in the middle now - where you called it.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Press Run in the classroom editor, or Ctrl+Enter.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Press Show a sample run in the web deck to compare.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On the board   -   A method declaration   (watch, nothing to type)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public static int addNumbers(int firstNumber, int secondNumber)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public       who may call it (private: only this class)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static       belongs to the class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int          the return type (void: nothing)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addNumbers   the name, in camelCase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(int firstNumber, int secondNumber)   the parameters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It prints: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7FE0A0"/>
                </a:solidFill>
                <a:latin typeface="Consolas"/>
              </a:rPr>
              <a:t>signature: addNumbers(int firstNumber, int secondNumber)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The signature is the name and the parameters; the header is the whole first line. Public is a public park, private is the swing set in your own back yard.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A method that returns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Student Task 8-1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int before the name: it hands back a whole number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Two parameters: the numbers to add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return sum; hands the answer back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Make a new file, AddNumbers.java, and type this in   -   line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7FE0A0"/>
                </a:solidFill>
                <a:latin typeface="Consolas"/>
              </a:rPr>
              <a:t>public class AddNumbers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Opens the class: AddNumbers, the file's name without .java.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AddNumbers.java   -   line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public class AddNumbers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7FE0A0"/>
                </a:solidFill>
                <a:latin typeface="Consolas"/>
              </a:rPr>
              <a:t>    public static void main(String[] args)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The main method: where the program starts. Same line as always - copy it exactly.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AddNumbers.java   -   line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public class AddNumbers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System.out.println("Let's create a method that performs the addition of two integer numbers!");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Student Task 8-1. Say what the program is for.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AddNumbers.java   -   line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public class AddNumbers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System.out.println("Let's create a method that performs the addition of two integer numbers!");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int firstNumber = 5;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The two numbers to add.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AddNumbers.java   -   line 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public class AddNumbers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System.out.println("Let's create a method that performs the addition of two integer numbers!");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int firstNumber = 5;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int secondNumber = 10;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6  </a:t>
            </a:r>
            <a:r>
              <a:rPr sz="1800">
                <a:solidFill>
                  <a:srgbClr val="6D8C97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7FE0A0"/>
                </a:solidFill>
                <a:latin typeface="Consolas"/>
              </a:rPr>
              <a:t>    public static int addNumbers(int firstNumber, int secondNumber)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Below main. int before the name: this method hands back a whole number. The two parameters are what it needs to do its job.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AddNumbers.java   -   line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public class AddNumbers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System.out.println("Let's create a method that performs the addition of two integer numbers!");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int firstNumber = 5;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int secondNumber = 10;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6  </a:t>
            </a:r>
            <a:r>
              <a:rPr sz="1800">
                <a:solidFill>
                  <a:srgbClr val="6D8C97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6D8C97"/>
                </a:solidFill>
                <a:latin typeface="Consolas"/>
              </a:rPr>
              <a:t>    public static int addNumbers(int firstNumber, int secondNumber)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int sum = firstNumber + secondNumber;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The job itself.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return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return sum;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Hands a value back to whoever called the method.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Ends the method at once.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AddNumbers.java   -   line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public class AddNumbers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System.out.println("Let's create a method that performs the addition of two integer numbers!");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int firstNumber = 5;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int secondNumber = 10;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6  </a:t>
            </a:r>
            <a:r>
              <a:rPr sz="1800">
                <a:solidFill>
                  <a:srgbClr val="6D8C97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6D8C97"/>
                </a:solidFill>
                <a:latin typeface="Consolas"/>
              </a:rPr>
              <a:t>    public static int addNumbers(int firstNumber, int secondNumber)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int sum = firstNumber + secondNumber;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10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return sum;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return hands sum back to whoever called and ends the method. An int method will not compile without one.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AddNumbers.java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1  </a:t>
            </a:r>
            <a:r>
              <a:rPr sz="1300">
                <a:solidFill>
                  <a:srgbClr val="7FE0A0"/>
                </a:solidFill>
                <a:latin typeface="Consolas"/>
              </a:rPr>
              <a:t>public class AddNumbers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2  </a:t>
            </a:r>
            <a:r>
              <a:rPr sz="1300">
                <a:solidFill>
                  <a:srgbClr val="7FE0A0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3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System.out.println("Let's create a method that performs the addition of two integer numbers!");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4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int firstNumber = 5;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5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int secondNumber = 10;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6  </a:t>
            </a:r>
            <a:r>
              <a:rPr sz="1300">
                <a:solidFill>
                  <a:srgbClr val="7FE0A0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7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8  </a:t>
            </a:r>
            <a:r>
              <a:rPr sz="1300">
                <a:solidFill>
                  <a:srgbClr val="7FE0A0"/>
                </a:solidFill>
                <a:latin typeface="Consolas"/>
              </a:rPr>
              <a:t>    public static int addNumbers(int firstNumber, int secondNumber)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9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int sum = firstNumber + secondNumber;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10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return sum;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11  </a:t>
            </a:r>
            <a:r>
              <a:rPr sz="1300">
                <a:solidFill>
                  <a:srgbClr val="7FE0A0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12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Checkpoint: where is 15?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CHECKPOINT - RUN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Run AddNumbers.java. Why is there no sum?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Press Run in the classroom editor, or Ctrl+Enter.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Press Show a sample run in the web deck to compare.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On the board   -   Money left in the machine   (watch, nothing to type)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addNumbers(firstNumber, secondNumber);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int sum = addNumbers(firstNumber, secondNumber);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System.out.println(addNumbers(firstNumber, secondNumber));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It prints: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7FE0A0"/>
                </a:solidFill>
                <a:latin typeface="Consolas"/>
              </a:rPr>
              <a:t>15 thrown away / 15 kept in sum / 15 printed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returned value is like cash from a machine: pick it up, or it does you no good. Store it, or use it directly.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Using the answer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Store it, then print it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int sum = addNumbers(...) keeps the answer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Then println can use it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AddNumbers.java   -   line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public class AddNumbers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System.out.println("Let's create a method that performs the addition of two integer numbers!");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int firstNumber = 5;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int secondNumber = 10;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6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int sum = addNumbers(firstNumber, secondNumber);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Just below int secondNumber: call the method and keep its answer in a variable.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AddNumbers.java   -   line 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public class AddNumbers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System.out.println("Let's create a method that performs the addition of two integer numbers!");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int firstNumber = 5;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int secondNumber = 10;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6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int sum = addNumbers(firstNumber, secondNumber);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System.out.println(firstNumber + " + " + secondNumber + " = " + sum);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Then print it.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AddNumbers.java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1  </a:t>
            </a:r>
            <a:r>
              <a:rPr sz="1300">
                <a:solidFill>
                  <a:srgbClr val="7FE0A0"/>
                </a:solidFill>
                <a:latin typeface="Consolas"/>
              </a:rPr>
              <a:t>public class AddNumbers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2  </a:t>
            </a:r>
            <a:r>
              <a:rPr sz="1300">
                <a:solidFill>
                  <a:srgbClr val="7FE0A0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3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System.out.println("Let's create a method that performs the addition of two integer numbers!");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4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int firstNumber = 5;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5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int secondNumber = 10;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6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int sum = addNumbers(firstNumber, secondNumber);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7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System.out.println(firstNumber + " + " + secondNumber + " = " + sum);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8  </a:t>
            </a:r>
            <a:r>
              <a:rPr sz="1300">
                <a:solidFill>
                  <a:srgbClr val="7FE0A0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9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10  </a:t>
            </a:r>
            <a:r>
              <a:rPr sz="1300">
                <a:solidFill>
                  <a:srgbClr val="7FE0A0"/>
                </a:solidFill>
                <a:latin typeface="Consolas"/>
              </a:rPr>
              <a:t>    public static int addNumbers(int firstNumber, int secondNumber)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11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int sum = firstNumber + secondNumber;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12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return sum;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13  </a:t>
            </a:r>
            <a:r>
              <a:rPr sz="1300">
                <a:solidFill>
                  <a:srgbClr val="7FE0A0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14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Checkpoint: the sum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CHECKPOINT - RUN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Run it again. Change the numbers and run it once more.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Press Run in the classroom editor, or Ctrl+Enter.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Press Show a sample run in the web deck to compare.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On the board   -   Naming a boolean   (watch, nothing to type)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isEmpty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hasDuplicate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canVote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shouldRetry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isValidEmail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It prints: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7FE0A0"/>
                </a:solidFill>
                <a:latin typeface="Consolas"/>
              </a:rPr>
              <a:t>if (canVote(age)) reads like English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boolean answers yes or no, so name it like a question.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A boolean method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equalsIgnoreCase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returns true or false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Named like a question: areStringsEqual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equalsIgnoreCase ignores capitals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Make a new file, StringsEqual.java, and type this in   -   line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7FE0A0"/>
                </a:solidFill>
                <a:latin typeface="Consolas"/>
              </a:rPr>
              <a:t>public class StringsEqual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Opens the class: StringsEqual, the file's name without .java.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StringsEqual.java   -   line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public class StringsEqual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7FE0A0"/>
                </a:solidFill>
                <a:latin typeface="Consolas"/>
              </a:rPr>
              <a:t>    public static void main(String[] args)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The main method: where the program starts. Same line as always - copy it exactly.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StringsEqual.java   -   line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public class StringsEqual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String firstWord = "hello";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Two words that differ only in their capitals.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StringsEqual.java   -   line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public class StringsEqual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String firstWord = "hello";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String secondWord = "HELLO";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System.out.println("Are the Strings equal? " + areStringsEqual(firstWord, secondWord));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The method is called right inside println, so its answer is printed directly and never stored.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StringsEqual.java   -   line 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public class StringsEqual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String firstWord = "hello";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String secondWord = "HELLO";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System.out.println("Are the Strings equal? " + areStringsEqual(firstWord, secondWord));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6  </a:t>
            </a:r>
            <a:r>
              <a:rPr sz="1800">
                <a:solidFill>
                  <a:srgbClr val="6D8C97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7FE0A0"/>
                </a:solidFill>
                <a:latin typeface="Consolas"/>
              </a:rPr>
              <a:t>    public static boolean areStringsEqual(String firstWord, String secondWord)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boolean method answers a yes-or-no question, so its name reads like one: are..., is..., has....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StringsEqual.java   -   line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public class StringsEqual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String firstWord = "hello";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String secondWord = "HELLO";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System.out.println("Are the Strings equal? " + areStringsEqual(firstWord, secondWord));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6  </a:t>
            </a:r>
            <a:r>
              <a:rPr sz="1800">
                <a:solidFill>
                  <a:srgbClr val="6D8C97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6D8C97"/>
                </a:solidFill>
                <a:latin typeface="Consolas"/>
              </a:rPr>
              <a:t>    public static boolean areStringsEqual(String firstWord, String secondWord)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boolean stringsEqual = firstWord.equalsIgnoreCase(secondWord);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equalsIgnoreCase is .equals that treats capital and small letters as the same.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StringsEqual.java   -   line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public class StringsEqual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String firstWord = "hello";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String secondWord = "HELLO";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System.out.println("Are the Strings equal? " + areStringsEqual(firstWord, secondWord));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6  </a:t>
            </a:r>
            <a:r>
              <a:rPr sz="1800">
                <a:solidFill>
                  <a:srgbClr val="6D8C97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6D8C97"/>
                </a:solidFill>
                <a:latin typeface="Consolas"/>
              </a:rPr>
              <a:t>    public static boolean areStringsEqual(String firstWord, String secondWord)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boolean stringsEqual = firstWord.equalsIgnoreCase(secondWord);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10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return stringsEqual;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Hand back true or false.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StringsEqual.java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1  </a:t>
            </a:r>
            <a:r>
              <a:rPr sz="1300">
                <a:solidFill>
                  <a:srgbClr val="7FE0A0"/>
                </a:solidFill>
                <a:latin typeface="Consolas"/>
              </a:rPr>
              <a:t>public class StringsEqual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2  </a:t>
            </a:r>
            <a:r>
              <a:rPr sz="1300">
                <a:solidFill>
                  <a:srgbClr val="7FE0A0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3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String firstWord = "hello";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4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String secondWord = "HELLO";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5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System.out.println("Are the Strings equal? " + areStringsEqual(firstWord, secondWord));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6  </a:t>
            </a:r>
            <a:r>
              <a:rPr sz="1300">
                <a:solidFill>
                  <a:srgbClr val="7FE0A0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7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8  </a:t>
            </a:r>
            <a:r>
              <a:rPr sz="1300">
                <a:solidFill>
                  <a:srgbClr val="7FE0A0"/>
                </a:solidFill>
                <a:latin typeface="Consolas"/>
              </a:rPr>
              <a:t>    public static boolean areStringsEqual(String firstWord, String secondWord)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9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boolean stringsEqual = firstWord.equalsIgnoreCase(secondWord);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10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return stringsEqual;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11  </a:t>
            </a:r>
            <a:r>
              <a:rPr sz="1300">
                <a:solidFill>
                  <a:srgbClr val="7FE0A0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12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Checkpoint: equal?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CHECKPOINT - RUN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Run StringsEqual.java. Then change equalsIgnoreCase to equals and run it again.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Press Run in the classroom editor, or Ctrl+Enter.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Press Show a sample run in the web deck to compare.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A calculator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Student Task 8-2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Read the operator as a String with nextLine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performCalculation takes all three answers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switch on the operator picks the sum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Make a new file, ArithmeticOperation.java, and type this in   -   line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7FE0A0"/>
                </a:solidFill>
                <a:latin typeface="Consolas"/>
              </a:rPr>
              <a:t>import java.util.Scanner;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At the very top, above the class: borrow Scanner from Java's library so the program can read the keyboard.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ArithmeticOperation.java   -   line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import java.util.Scanner;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7FE0A0"/>
                </a:solidFill>
                <a:latin typeface="Consolas"/>
              </a:rPr>
              <a:t>public class ArithmeticOperation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Opens the class: ArithmeticOperation, the file's name without .java.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ArithmeticOperation.java   -   line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import java.util.Scanner;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public class ArithmeticOperation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7FE0A0"/>
                </a:solidFill>
                <a:latin typeface="Consolas"/>
              </a:rPr>
              <a:t>    public static void main(String[] args)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The main method: where the program starts. Same line as always - copy it exactly.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ArithmeticOperation.java   -   line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import java.util.Scanner;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public class ArithmeticOperation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6D8C97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Scanner input = new Scanner(System.in);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Make the Scanner, called input, that every question in this program reads from.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ArithmeticOperation.java   -   line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import java.util.Scanner;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public class ArithmeticOperation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6D8C97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Scanner input = new Scanner(System.in);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6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System.out.println("Let's perform an arithmetic operation.");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Student Task 8-2. Say what the program does.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ArithmeticOperation.java   -   line 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import java.util.Scanner;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public class ArithmeticOperation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6D8C97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Scanner input = new Scanner(System.in);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6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System.out.println("Let's perform an arithmetic operation.");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System.out.print("Enter +, -, *, /, or %: ");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print, not println, so the answer is typed on the same line.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ArithmeticOperation.java   -   line 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import java.util.Scanner;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public class ArithmeticOperation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6D8C97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Scanner input = new Scanner(System.in);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6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System.out.println("Let's perform an arithmetic operation.");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System.out.print("Enter +, -, *, /, or %: ");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String operation = input.nextLine();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nextLine reads the whole line as a String: the operator's symbol.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ArithmeticOperation.java   -   line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import java.util.Scanner;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public class ArithmeticOperation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6D8C97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Scanner input = new Scanner(System.in);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6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System.out.println("Let's perform an arithmetic operation.");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System.out.print("Enter +, -, *, /, or %: ");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String operation = input.nextLine();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System.out.print("Enter the first number: ");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Then the two numbers.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ArithmeticOperation.java   -   line 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1  </a:t>
            </a:r>
            <a:r>
              <a:rPr sz="1300">
                <a:solidFill>
                  <a:srgbClr val="6D8C97"/>
                </a:solidFill>
                <a:latin typeface="Consolas"/>
              </a:rPr>
              <a:t>import java.util.Scanner;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2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3  </a:t>
            </a:r>
            <a:r>
              <a:rPr sz="1300">
                <a:solidFill>
                  <a:srgbClr val="6D8C97"/>
                </a:solidFill>
                <a:latin typeface="Consolas"/>
              </a:rPr>
              <a:t>public class ArithmeticOperation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4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5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Scanner input = new Scanner(System.in);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6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System.out.println("Let's perform an arithmetic operation.");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System.out.print("Enter +, -, *, /, or %: 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8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String operation = input.nextLine();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System.out.print("Enter the first number: 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int firstNumber = input.nextInt();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System.out.print("Enter the second number: 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int secondNumber = input.nextInt();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13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int result = performCalculation(operation, firstNumber, secondNumber);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Hand all three answers to the method, and keep what it gives back in result.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ArithmeticOperation.java   -   line 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1  </a:t>
            </a:r>
            <a:r>
              <a:rPr sz="1300">
                <a:solidFill>
                  <a:srgbClr val="6D8C97"/>
                </a:solidFill>
                <a:latin typeface="Consolas"/>
              </a:rPr>
              <a:t>import java.util.Scanner;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2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3  </a:t>
            </a:r>
            <a:r>
              <a:rPr sz="1300">
                <a:solidFill>
                  <a:srgbClr val="6D8C97"/>
                </a:solidFill>
                <a:latin typeface="Consolas"/>
              </a:rPr>
              <a:t>public class ArithmeticOperation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4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5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Scanner input = new Scanner(System.in);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6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System.out.println("Let's perform an arithmetic operation.");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System.out.print("Enter +, -, *, /, or %: 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8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String operation = input.nextLine();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System.out.print("Enter the first number: 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int firstNumber = input.nextInt();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System.out.print("Enter the second number: 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int secondNumber = input.nextInt();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int result = performCalculation(operation, firstNumber, secondNumber);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14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System.out.println("Result: " + result);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Print what came back.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ArithmeticOperation.java   -   line 17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4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5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Scanner input = new Scanner(System.in);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6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System.out.println("Let's perform an arithmetic operation.");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System.out.print("Enter +, -, *, /, or %: 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8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String operation = input.nextLine();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System.out.print("Enter the first number: 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int firstNumber = input.nextInt();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System.out.print("Enter the second number: 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int secondNumber = input.nextInt();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int result = performCalculation(operation, firstNumber, secondNumber);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14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System.out.println("Result: " + result);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15  </a:t>
            </a:r>
            <a:r>
              <a:rPr sz="1300">
                <a:solidFill>
                  <a:srgbClr val="6D8C97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16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17  </a:t>
            </a:r>
            <a:r>
              <a:rPr sz="1300">
                <a:solidFill>
                  <a:srgbClr val="7FE0A0"/>
                </a:solidFill>
                <a:latin typeface="Consolas"/>
              </a:rPr>
              <a:t>    public static int performCalculation(String operation, int firstNumber, int secondNumber)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Below main, inside the class. It takes the operator and two numbers and returns an int. These firstNumber and secondNumber belong to the method: copies of what main passed in.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ArithmeticOperation.java   -   line 18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5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Scanner input = new Scanner(System.in);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6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System.out.println("Let's perform an arithmetic operation.");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System.out.print("Enter +, -, *, /, or %: 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8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String operation = input.nextLine();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System.out.print("Enter the first number: 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int firstNumber = input.nextInt();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System.out.print("Enter the second number: 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int secondNumber = input.nextInt();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int result = performCalculation(operation, firstNumber, secondNumber);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14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System.out.println("Result: " + result);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15  </a:t>
            </a:r>
            <a:r>
              <a:rPr sz="1300">
                <a:solidFill>
                  <a:srgbClr val="6D8C97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16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17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int performCalculation(String operation, int firstNumber, int secondNumber)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18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int result = 0;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The answer starts at 0 - what comes back if no case matches.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ArithmeticOperation.java   -   line 19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6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System.out.println("Let's perform an arithmetic operation.");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System.out.print("Enter +, -, *, /, or %: 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8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String operation = input.nextLine();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System.out.print("Enter the first number: 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int firstNumber = input.nextInt();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System.out.print("Enter the second number: 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int secondNumber = input.nextInt();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int result = performCalculation(operation, firstNumber, secondNumber);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14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System.out.println("Result: " + result);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15  </a:t>
            </a:r>
            <a:r>
              <a:rPr sz="1300">
                <a:solidFill>
                  <a:srgbClr val="6D8C97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16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17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int performCalculation(String operation, int firstNumber, int secondNumber)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18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int result = 0;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19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switch (operation)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switch on a String. Its cases are Strings, in double quotes.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ArithmeticOperation.java   -   line 20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System.out.print("Enter +, -, *, /, or %: 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8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String operation = input.nextLine();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System.out.print("Enter the first number: 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int firstNumber = input.nextInt();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System.out.print("Enter the second number: 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int secondNumber = input.nextInt();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int result = performCalculation(operation, firstNumber, secondNumber);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14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System.out.println("Result: " + result);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15  </a:t>
            </a:r>
            <a:r>
              <a:rPr sz="1300">
                <a:solidFill>
                  <a:srgbClr val="6D8C97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16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17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int performCalculation(String operation, int firstNumber, int secondNumber)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18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int result = 0;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switch (operation)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20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case "+":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One case per operator.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ArithmeticOperation.java   -   line 22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System.out.print("Enter the first number: 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int firstNumber = input.nextInt();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System.out.print("Enter the second number: 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int secondNumber = input.nextInt();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int result = performCalculation(operation, firstNumber, secondNumber);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14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System.out.println("Result: " + result);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15  </a:t>
            </a:r>
            <a:r>
              <a:rPr sz="1300">
                <a:solidFill>
                  <a:srgbClr val="6D8C97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16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17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int performCalculation(String operation, int firstNumber, int secondNumber)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18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int result = 0;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switch (operation)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case "+":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result = firstNumber + secondNumber;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22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break;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Leave the switch. Without break, Java falls through into the next case.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ArithmeticOperation.java   -   line 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int result = performCalculation(operation, firstNumber, secondNumber);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14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System.out.println("Result: " + result);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15  </a:t>
            </a:r>
            <a:r>
              <a:rPr sz="1300">
                <a:solidFill>
                  <a:srgbClr val="6D8C97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16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17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int performCalculation(String operation, int firstNumber, int secondNumber)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18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int result = 0;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switch (operation)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case "+":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result = firstNumber + secondNumber;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break;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case "-":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24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result = firstNumber - secondNumber;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25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break;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26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case "*":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In Java, * multiplies.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ArithmeticOperation.java   -   line 29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16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17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int performCalculation(String operation, int firstNumber, int secondNumber)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18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int result = 0;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switch (operation)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case "+":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result = firstNumber + secondNumber;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break;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case "-":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24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result = firstNumber - secondNumber;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25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break;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26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case "*":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result = firstNumber * secondNumber;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28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break;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29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case "/":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Two ints divide as whole numbers: 17 / 5 is 3.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ArithmeticOperation.java   -   line 32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switch (operation)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case "+":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result = firstNumber + secondNumber;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break;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case "-":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24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result = firstNumber - secondNumber;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25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break;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26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case "*":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result = firstNumber * secondNumber;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28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break;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case "/":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result = firstNumber / secondNumber;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break;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32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case "%":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% is the remainder: 17 % 5 is 2.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ArithmeticOperation.java   -   line 36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case "-":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24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result = firstNumber - secondNumber;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25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break;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26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case "*":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result = firstNumber * secondNumber;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28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break;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case "/":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result = firstNumber / secondNumber;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break;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case "%":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result = firstNumber % secondNumber;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34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break;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35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36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return result;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After the switch: hand the answer back.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ArithmeticOperation.java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1  </a:t>
            </a:r>
            <a:r>
              <a:rPr sz="1300">
                <a:solidFill>
                  <a:srgbClr val="7FE0A0"/>
                </a:solidFill>
                <a:latin typeface="Consolas"/>
              </a:rPr>
              <a:t>import java.util.Scanner;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2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3  </a:t>
            </a:r>
            <a:r>
              <a:rPr sz="1300">
                <a:solidFill>
                  <a:srgbClr val="7FE0A0"/>
                </a:solidFill>
                <a:latin typeface="Consolas"/>
              </a:rPr>
              <a:t>public class ArithmeticOperation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4  </a:t>
            </a:r>
            <a:r>
              <a:rPr sz="1300">
                <a:solidFill>
                  <a:srgbClr val="7FE0A0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5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Scanner input = new Scanner(System.in);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6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System.out.println("Let's perform an arithmetic operation.");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7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System.out.print("Enter +, -, *, /, or %: 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8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String operation = input.nextLine();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9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System.out.print("Enter the first number: 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10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int firstNumber = input.nextInt();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11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System.out.print("Enter the second number: 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12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int secondNumber = input.nextInt();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13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int result = performCalculation(operation, firstNumber, secondNumber);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14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System.out.println("Result: " + result);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15  </a:t>
            </a:r>
            <a:r>
              <a:rPr sz="1300">
                <a:solidFill>
                  <a:srgbClr val="7FE0A0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16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17  </a:t>
            </a:r>
            <a:r>
              <a:rPr sz="1300">
                <a:solidFill>
                  <a:srgbClr val="7FE0A0"/>
                </a:solidFill>
                <a:latin typeface="Consolas"/>
              </a:rPr>
              <a:t>    public static int performCalculation(String operation, int firstNumber, int secondNumber)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18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int result = 0;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19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switch (operation)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20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case "+":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21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result = firstNumber + secondNumber;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22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break;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23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case "-":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24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result = firstNumber - secondNumber;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25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break;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26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case "*":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27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result = firstNumber * secondNumber;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28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break;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29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case "/":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30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result = firstNumber / secondNumber;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31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break;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32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case "%":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33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result = firstNumber % secondNumber;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34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break;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35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36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return result;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37  </a:t>
            </a:r>
            <a:r>
              <a:rPr sz="1300">
                <a:solidFill>
                  <a:srgbClr val="7FE0A0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38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Checkpoint: multiply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CHECKPOINT - RUN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Run ArithmeticOperation.java and multiply 6 by 7.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Press Run in the classroom editor, or Ctrl+Enter.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Press Show a sample run in the web deck to compare.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Checkpoint: divide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CHECKPOINT - RUN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Run it again and divide 17 by 5. Then try % with the same numbers.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Press Run in the classroom editor, or Ctrl+Enter.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Press Show a sample run in the web deck to compare.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A method is written below main but never called. What happens when the program runs?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It runs after main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Its body never runs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It runs before main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The program will not compile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A method is written below main but never called. What happens when the program runs?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It runs after main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Its body never runs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It runs before main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The program will not compile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method runs only when something calls it.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What does void mean in a method's header?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It takes no parameters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Anyone may call it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It is empty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It returns nothing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What does void mean in a method's header?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It takes no parameters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Anyone may call it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It is empty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It returns nothing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void is the return type for a method that hands nothing back.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Which is the signature of public static int addNumbers(int firstNumber, int secondNumber)?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public static int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int addNumbers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addNumbers(int firstNumber, int secondNumber)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The whole line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Which is the signature of public static int addNumbers(int firstNumber, int secondNumber)?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public static int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int addNumbers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addNumbers(int firstNumber, int secondNumber)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The whole line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signature is the name and the parameters. The whole line is the header.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Which is the best name for a method that checks whether a list has no items?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empty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checkList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isEmpty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listItems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Which is the best name for a method that checks whether a list has no items?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empty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checkList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isEmpty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listItems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boolean method is named like a yes-or-no question.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addNumbers(5, 10); is on a line by itself. What prints?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15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Nothing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5 + 10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An error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addNumbers(5, 10); is on a line by itself. What prints?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15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Nothing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5 + 10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An error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sum is returned and nobody keeps it or prints it.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