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named block of code that does one job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Write it once, call it as often as you like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method does a single task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Predefined: println, nextInt, charAt - Java wrote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User-defined: the ones you write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first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Instructor Example 8A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main prints two lines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Below main, a method of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void: it hands nothing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FirstMethod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FirstMethod lives in FirstMethod.java - and every other line goes inside its braces.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line runs before the method is called.");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Instructor Example 8A, typed. The first thing main prints.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before the method is called.");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line runs after the method's call.");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the second. Nothing in main mentions the method -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public static void myFirstMethod()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named piece of code that does one job.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static  returnType  name(parameters)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lives in the class, outside main. void means it gives nothing 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before the method is called.");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after the method's call.");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myFirstMethod()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main's closing brace, still inside the class: your first method. void means it hands nothing back; the empty brackets mean it needs nothing to 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before the method is called.");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after the method's call.");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myFirstMethod()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System.out.println("Now myFirstMethod is executing");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Its body: the one job it does when it is called.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FirstMethod.java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line runs before the method is called.");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System.out.println("This line runs after the method's call.");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myFirstMethod()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System.out.println("Now myFirstMethod is executing");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FirstMethod.java. Where is the method's line?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Flow of control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main starts at the top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prints the first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myFirstMethod();      jump to the method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its body runs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back to the line after the call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prints the last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before, the method,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method runs only when it is called, and the program always comes back to where it left.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Calling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Flow of control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method's name and brackets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Between the two lines in main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program jumps there and 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Calling a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myFirstMethod();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Write its name and the values it needs, in brackets.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code runs, then Java comes back to the next line.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 it returns takes the call's place.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FirstMethod.java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FirstMethod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System.out.println("This line runs before the method is called.");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myFirstMethod();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Between the two lines: call it. Its name and brackets are enough - the program jumps to the method, runs it, and comes 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The method's line is in the middle now - where you called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 method declaration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public static int addNumbers(int firstNumber, int secondNumber)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public       who may call it (private: only this class)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static       belongs to the class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          the return type (void: nothing)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addNumbers   the name, in camelCase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(int firstNumber, int secondNumber)   the parameters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signature: addNumbers(int firstNumber, int secondNumber)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signature is the name and the parameters; the header is the whole first line. Public is a public park, private is the swing set in your own back yard.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method that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8-1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 before the name: it hands back a whole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parameters: the numbers to add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return sum; hands the answer 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AddNumbers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AddNumbers lives in AddNumbers.java - and every other line goes inside its braces.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System.out.println("Let's create a method that performs the addition of two integer numbers!");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8-1. Say what the program is for.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firstNumber = 5;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two numbers to add.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int addNumbers(int firstNumber, int secondNumber)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main. int before the name: this method hands back a whole number. The two parameters are what it needs to do its job.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int addNumbers(int firstNumber, int secondNumber)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sum = firstNumber + secondNumber;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job itself.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return sum;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Hands a value back to whoever called the method.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Ends the method at once.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int addNumbers(int firstNumber, int secondNumber)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sum = firstNumber + secondNumber;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return sum;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return hands sum back to whoever called and ends the method. An int method will not compile without 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AddNumbers.java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int addNumbers(int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sum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sum;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where is 15?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AddNumbers.java. Why is there no sum?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Money left in the machine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addNumbers(firstNumber, secondNumber);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 sum = addNumbers(firstNumber, secondNumber);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System.out.println(addNumbers(firstNumber, secondNumber));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15 thrown away / 15 kept in sum / 15 printed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returned value is like cash from a machine: pick it up, or it does you no good. Store it, or use it directly.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Using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Store it, then print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 sum = addNumbers(...) keeps the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println can use 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sum = addNumbers(firstNumber, secondNumber);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below int secondNumber: call the method and keep its answer in a variable.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AddNumbers.java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sum = addNumbers(firstNumber, secondNumber);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System.out.println(firstNumber + " + " + secondNumber + " = " + sum);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Then print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AddNumbers.java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AddNumbers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System.out.println("Let's create a method that performs the addition of two integer numbers!");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firstNumber =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secondNumber =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sum = addNumbers(firstNumber,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System.out.println(firstNumber + " + " + secondNumber + " = " + sum);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int addNumbers(int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sum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sum;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again. Change the numbers and run it once more.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Naming a boolean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isEmpty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hasDuplicate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canVote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shouldRetry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isValidEmail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if (canVote(age)) reads like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boolean answers yes or no, so name it like a question.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boolean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equalsIgnoreCase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returns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Named like a question: areStringsEqual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equalsIgnoreCase ignores capitals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StringsEqual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StringsEqual lives in StringsEqual.java - and every other line goes inside its braces.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firstWord = "hello";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Two words that differ only in their capitals.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firstWord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secondWord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System.out.println("Are the Strings equal? " + areStringsEqual(firstWord, secondWord));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method is called right inside println, so its answer is printed directly and never stored.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firstWord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secondWord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System.out.println("Are the Strings equal? " + areStringsEqual(firstWord, secondWord));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boolean areStringsEqual(String firstWord, String secondWord)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boolean method answers a yes-or-no question, so its name reads like one: are..., is..., has....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firstWord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secondWord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System.out.println("Are the Strings equal? " + areStringsEqual(firstWord, secondWord));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boolean areStringsEqual(String firstWord, String secondWord)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stringsEqual = firstWord.equalsIgnoreCase(secondWord);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equalsIgnoreCase is .equals that treats capital and small letters as the same.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StringsEqual.java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firstWord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secondWord = "HELLO";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System.out.println("Are the Strings equal? " + areStringsEqual(firstWord, secondWord));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boolean areStringsEqual(String firstWord, String secondWord)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stringsEqual = firstWord.equalsIgnoreCase(secondWord);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return stringsEqual;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back true or false.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StringsEqual.java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StringsEqual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firstWord = "hello";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secondWord = "HELLO";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System.out.println("Are the Strings equal? " + areStringsEqual(firstWord, secondWord));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boolean areStringsEqual(String firstWord, String secondWord)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stringsEqual = firstWord.equalsIgnoreCase(secondWord);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stringsEqual;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equal?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StringsEqual.java. Then change equalsIgnoreCase to equals and run it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8-2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 the operator as a String with nextLine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performCalculation takes all three answers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switch on the operator picks the sum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Scanner from Java's library so the program can read the keyboard.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ArithmeticOperation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ArithmeticOperation lives in ArithmeticOperation.java - and every other line goes inside its braces.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System.out.println("Let's perform an arithmetic operation.");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8-2. Say what the program does.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+, -, *, /, or %: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print, not println, so the answer is typed on the same line.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operation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nextLine reads the whole line as a String: the operator's symbol.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the first number: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Then the two numbers.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result = performCalculation(operation, firstNumber, secondNumber);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all three answers to the method, and keep what it gives back in result.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System.out.println("Result: " + result);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what came back.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int performCalculation(String operation, int firstNumber, int secondNumber)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main, inside the class. It takes the operator and two numbers and returns an int. These firstNumber and secondNumber belong to the method: copies of what main passed in.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result =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answer starts at 0 - what comes back if no case matches.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switch (operation)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switch on a String. Its cases are Strings, in double quotes.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"+":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case per operator.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"+":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Leave the switch. Without break, Java falls through into the next case.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"+":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"-":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-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"*":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 Java, * multiplies.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"+":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"-":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-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"*":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*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"/":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Two ints divide as whole numbers: 17 / 5 is 3.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"+":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"-":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-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"*":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*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"/":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/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"%":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% is the remainder: 17 % 5 is 2.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ArithmeticOperation.java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"-":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-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"*":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*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"/":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/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"%":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result = firstNumber %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result;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switch: hand the answer back.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ArithmeticOperation.java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ArithmeticOperation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System.out.println("Let's perform an arithmetic operation.");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+, -, *, /, or %: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 operation = input.nextLine();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the first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firstNumber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the second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secondNumber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result = performCalculation(operation, firstNumber, secondNumber);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System.out.println("Result: " + result);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int performCalculation(String operation, int firstNumber, int secondNumber)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result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switch (operation)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"+":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result = firstNumber +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"-":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result = firstNumber -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"*":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result = firstNumber *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"/":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result = firstNumber /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"%":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result = firstNumber % secondNumber;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return result;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multiply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ArithmeticOperation.java and multiply 6 by 7.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divide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again and divide 17 by 5. Then try % with the same numbers.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method is written below main but never called. What happens when the program runs?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runs after main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Its body never runs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runs before main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program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method is written below main but never called. What happens when the program runs?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runs after main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Its body never runs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runs before main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program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method runs only when something calls 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void mean in a method's header?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takes no parameters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Anyone may call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returns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void mean in a method's header?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takes no parameters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Anyone may call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returns nothing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void is the return type for a method that hands nothing back.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the signature of public static int addNumbers(int firstNumber, int secondNumber)?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public static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int addNumbers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addNumbers(int firstNumber, int secondNumber)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whole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the signature of public static int addNumbers(int firstNumber, int secondNumber)?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public static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int addNumbers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addNumbers(int firstNumber, int secondNumber)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whole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signature is the name and the parameters. The whole line is the header.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the best name for a method that checks whether a list has no items?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checkList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listItems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the best name for a method that checks whether a list has no items?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checkList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isEmpty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listItems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method is named like a yes-or-no question.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addNumbers(5, 10); is on a line by itself.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 + 10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addNumbers(5, 10); is on a line by itself.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 + 10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sum is returned and nobody keeps it or prints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