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Your scoreboard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An array of counters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winsByGuesses[guessesUsed - 1]++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One box per possible guess count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win in 1 goes in box 0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++ on one box of the array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Main.java   -   line 67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63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64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int gamesPlayed = 0;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65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int gamesWon = 0;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66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int bestScore = 0;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67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int[] winsByGuesses = new int[maxGuesses];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Below bestScore. One counter per guess count, all 0.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Main.java   -   line 177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173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174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gamesPlayed++;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175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if (won)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176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    gamesWon++;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177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    winsByGuesses[guessesUsed - 1]++;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Below gamesWon++. Add one to this guess count's box.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chart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A loop inside a loop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outer loop: one row per guess count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inner loop: one # per win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(row + 1) so people see 1 to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Main.java   -   line 194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193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194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System.out.println("Wins by number of guesses:");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After the goodbye. A heading.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Main.java   -   line 195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193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194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System.out.println("Wins by number of guesses:");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195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for (int row = 0; row &lt; winsByGuesses.length; row++)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One row per guess count.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Main.java   -   line 196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193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194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System.out.println("Wins by number of guesses:");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195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for (int row = 0; row &lt; winsByGuesses.length; row++)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196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System.out.print((row + 1) + " | ");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label, counted from 1.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Main.java   -   line 197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193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194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System.out.println("Wins by number of guesses:");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195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for (int row = 0; row &lt; winsByGuesses.length; row++)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196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System.out.print((row + 1) + " | 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197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for (int count = 0; count &lt; winsByGuesses[row]; count++)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Once per win...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Main.java   -   line 198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193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194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System.out.println("Wins by number of guesses:");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195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for (int row = 0; row &lt; winsByGuesses.length; row++)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196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System.out.print((row + 1) + " | 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197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for (int count = 0; count &lt; winsByGuesses[row]; count++)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198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    System.out.print("#");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...one #.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Main.java   -   line 200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193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194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System.out.println("Wins by number of guesses:");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195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for (int row = 0; row &lt; winsByGuesses.length; row++)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196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System.out.print((row + 1) + " | 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197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for (int count = 0; count &lt; winsByGuesses[row]; count++)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198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    System.out.print("#");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199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200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System.out.println(" " + winsByGuesses[row]);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End the bar with the number.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Main.java   -   line 201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193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194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System.out.println("Wins by number of guesses:");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195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for (int row = 0; row &lt; winsByGuesses.length; row++)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196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System.out.print((row + 1) + " | 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197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for (int count = 0; count &lt; winsByGuesses[row]; count++)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198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    System.out.print("#");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199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200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System.out.println(" " + winsByGuesses[row]);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201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row loop.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Main.java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193  </a:t>
            </a:r>
            <a:r>
              <a:rPr sz="18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194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System.out.println("Wins by number of guesses:");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195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for (int row = 0; row &lt; winsByGuesses.length; row++)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196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System.out.print((row + 1) + " | 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197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for (int count = 0; count &lt; winsByGuesses[row]; count++)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198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    System.out.print("#");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199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200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System.out.println(" " + winsByGuesses[row]);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201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winsByGuesses is {0, 3, 1, 0, 0, 0}. How long is the bar labelled 2?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1 #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3 #s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2 #s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0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winsByGuesses is {0, 3, 1, 0, 0, 0}. How long is the bar labelled 2?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1 #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3 #s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2 #s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0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label is row + 1, so the bar labelled 2 is row 1 and shows winsByGuesses[1], which is 3 - three wins in two guesses.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the finished game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Run it and play two rounds - win both if you can - then answer n and read your chart.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Run in the classroom editor, or Ctrl+Enter.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Show a sample run in the web deck to compare.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you built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Fifteen weeks, one program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Variables, if and switch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while and for loops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Strings, arrays and a 2D grid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Methods, printf and an ArrayList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About 245 lines, all yours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