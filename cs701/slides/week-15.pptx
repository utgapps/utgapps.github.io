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Wordle: checking the guesses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Never trust the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Day 14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hous, house1, 9hous: all accepted so far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Keep asking until the guess is valid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Valid: exactly five characters, all letters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valid guess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getValidGuess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returns the guess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while the length is wrong, ask again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runGame uses what it returns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last week’s Wordle.java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49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50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51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displayGuesses()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numberOfGuesses;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System.out.println(guesses[index]);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55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57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clearConsole()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System.out.print("\u001B[H\u001B[2J");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59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60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61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runGame()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guessNumber = 0; guessNumber &lt; numberOfGuesses; guessNumber++)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63  </a:t>
            </a:r>
            <a:r>
              <a:rPr sz="1300" strike="sngStrike">
                <a:solidFill>
                  <a:srgbClr val="F3928B"/>
                </a:solidFill>
                <a:latin typeface="Consolas"/>
              </a:rPr>
              <a:t>            String userGuess = input.next();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take the old one out; the new version is next.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Wordle.java   -   line 63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50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51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displayGuesses()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numberOfGuesses;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System.out.println(guesses[index]);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55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57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clearConsole()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System.out.print("\u001B[H\u001B[2J");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59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60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61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runGame()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guessNumber = 0; guessNumber &lt; numberOfGuesses; guessNumber++)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String userGuess = getValidGuess();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In runGame, the guess comes from a method that only ever hands back a good 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Wordle.java   -   line 130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gameSetup();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displayGuesses();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runGame();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120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122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displayGuessedLetters()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System.out.println("You have guessed the letters:");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(char letter : guessedLetters)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System.out.print(letter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128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130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String getValidGuess()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At the end of the class. It returns a String: the guess.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Wordle.java   -   line 131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displayGuesses();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runGame();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120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122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displayGuessedLetters()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System.out.println("You have guessed the letters:");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(char letter : guessedLetters)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System.out.print(letter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128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130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String getValidGuess()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String userGuess = input.next();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Read a guess.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Wordle.java   -   line 132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runGame();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120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122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displayGuessedLetters()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System.out.println("You have guessed the letters:");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(char letter : guessedLetters)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System.out.print(letter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128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130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String getValidGuess()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 userGuess = input.next();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while (userGuess.length() != maxWordLength)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wrong length? Keep asking. A while loop, because nobody knows how many tries it will take.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Wordle.java   -   line 134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122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displayGuessedLetters()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System.out.println("You have guessed the letters:");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(char letter : guessedLetters)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System.out.print(letter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128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130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String getValidGuess()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 userGuess = input.next();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while (userGuess.length() != maxWordLength)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System.out.println("Please enter a word of exactly 5 letters");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userGuess = input.next();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Read again, into the same variable.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Wordle.java   -   line 136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System.out.println("You have guessed the letters:");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(char letter : guessedLetters)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System.out.print(letter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128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130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String getValidGuess()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 userGuess = input.next();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while (userGuess.length() != maxWordLength)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System.out.println("Please enter a word of exactly 5 letters");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userGuess = input.next();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return userGuess;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Out of the loop, the guess is good: hand it back.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Wordle.java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61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runGame()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for (int guessNumber = 0; guessNumber &lt; numberOfGuesses; guessNumber++)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String userGuess = getValidGuess();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clearConsole();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if (!alreadyGuessedWords.contains(userGuess))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alreadyGuessedWords.add(userGuess);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} else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System.out.println("You have already chosen this word");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StringBuilder coloredGuess = new StringBuilder(maxWordLength);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for (int index = 0; index &lt; userGuess.length();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char userGuessChar = userGuess.charAt(index);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if (!guessedLetters.contains(userGuessChar))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    guessedLetters.add(userGuessChar);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if (userGuessChar == answer.charAt(index))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    coloredGuess.append(ANSI_GREEN + userGuessChar + ANSI_RESET);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} else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    int position = answer.indexOf(userGuessChar);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    if (position &gt;= 0)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        coloredGuess.append(ANSI_YELLOW + userGuessChar + ANSI_RESET);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    } else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        coloredGuess.append(userGuessChar);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} // inner loop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guesses[guessNumber] = coloredGuess.toString();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displayGuessedLetters();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displayGuesses();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if (userGuess.equals(answer))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handleWinScenario();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if (guessNumber == numberOfGuesses - 1)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handleLoseScenario();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99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100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101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handleWinScenario()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System.out.println("Congratulations! You have guessed the word! Press P to play again.");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if (input.next().toLowerCase().charAt(0) == 'p')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replayGame();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106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107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108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handleLoseScenario()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System.out.println("You have run out of guesses! The word was " + answer + ". Press P to play again.");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if (input.next().toLowerCase().charAt(0) == 'p')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replayGame();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113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114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115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replayGame()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gameIntro();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gameSetup();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displayGuesses();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runGame();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120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121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122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displayGuessedLetters()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System.out.println("You have guessed the letters:");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for (char letter : guessedLetters)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System.out.print(letter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128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129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130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String getValidGuess()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String userGuess = input.next();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while (userGuess.length() != maxWordLength)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System.out.println("Please enter a word of exactly 5 letters");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userGuess = input.next();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return userGuess;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137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138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four letters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it. Guess hous first.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Letters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Character.isLetter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|| hasNonLetters(userGuess)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boolean method: is anything not a letter?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return true at the first one; false after the loop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Wordle.java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displayGuesses();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runGame();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120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122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displayGuessedLetters()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System.out.println("You have guessed the letters:");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(char letter : guessedLetters)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System.out.print(letter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128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130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String getValidGuess()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 userGuess = input.next();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132  </a:t>
            </a:r>
            <a:r>
              <a:rPr sz="1300" strike="sngStrike">
                <a:solidFill>
                  <a:srgbClr val="F3928B"/>
                </a:solidFill>
                <a:latin typeface="Consolas"/>
              </a:rPr>
              <a:t>        while (userGuess.length() != maxWordLength)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take the old one out; the new version is next.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Wordle.java   -   line 132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runGame();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120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122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displayGuessedLetters()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System.out.println("You have guessed the letters:");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(char letter : guessedLetters)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System.out.print(letter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128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130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String getValidGuess()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 userGuess = input.next();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while (userGuess.length() != maxWordLength || hasNonLetters(userGuess))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Keep asking while the length is wrong OR the word has something in it that is not a letter.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Wordle.java   -   line 139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128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130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String getValidGuess()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 userGuess = input.next();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while (userGuess.length() != maxWordLength || hasNonLetters(userGuess))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System.out.println("Please enter a word of exactly 5 letters");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userGuess = input.next();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return userGuess;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137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138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139  </a:t>
            </a:r>
            <a:r>
              <a:rPr sz="1300">
                <a:solidFill>
                  <a:srgbClr val="7FE0A0"/>
                </a:solidFill>
                <a:latin typeface="Consolas"/>
              </a:rPr>
              <a:t>    // Checks whether any character in a word is not a letter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At the end of the class: a comment saying what the method is for.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Wordle.java   -   line 140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128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130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String getValidGuess()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 userGuess = input.next();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while (userGuess.length() != maxWordLength || hasNonLetters(userGuess))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System.out.println("Please enter a word of exactly 5 letters");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userGuess = input.next();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return userGuess;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137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138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139  </a:t>
            </a:r>
            <a:r>
              <a:rPr sz="1300">
                <a:solidFill>
                  <a:srgbClr val="6D8C97"/>
                </a:solidFill>
                <a:latin typeface="Consolas"/>
              </a:rPr>
              <a:t>    // Checks whether any character in a word is not a letter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140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boolean hasNonLetters(String word)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boolean method, named like a question.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Wordle.java   -   line 141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128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130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String getValidGuess()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 userGuess = input.next();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while (userGuess.length() != maxWordLength || hasNonLetters(userGuess))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System.out.println("Please enter a word of exactly 5 letters");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userGuess = input.next();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return userGuess;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137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138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139  </a:t>
            </a:r>
            <a:r>
              <a:rPr sz="1300">
                <a:solidFill>
                  <a:srgbClr val="6D8C97"/>
                </a:solidFill>
                <a:latin typeface="Consolas"/>
              </a:rPr>
              <a:t>    // Checks whether any character in a word is not a letter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140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boolean hasNonLetters(String word)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for (int index = 0; index &lt; word.length(); index++)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Look at every character.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Character.isLetter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Character.isLetter('9')  is 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True if a char is a letter.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False for digits, spaces and symbols.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Wordle.java   -   line 142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130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String getValidGuess()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 userGuess = input.next();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while (userGuess.length() != maxWordLength || hasNonLetters(userGuess))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System.out.println("Please enter a word of exactly 5 letters");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userGuess = input.next();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return userGuess;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137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138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139  </a:t>
            </a:r>
            <a:r>
              <a:rPr sz="1300">
                <a:solidFill>
                  <a:srgbClr val="6D8C97"/>
                </a:solidFill>
                <a:latin typeface="Consolas"/>
              </a:rPr>
              <a:t>    // Checks whether any character in a word is not a letter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140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boolean hasNonLetters(String word)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word.length();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if (!Character.isLetter(word.charAt(index)))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Character.isLetter says whether a char is a letter. ! flips it: not a letter?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Wordle.java   -   line 143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130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String getValidGuess()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 userGuess = input.next();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while (userGuess.length() != maxWordLength || hasNonLetters(userGuess))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System.out.println("Please enter a word of exactly 5 letters");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userGuess = input.next();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return userGuess;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137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138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139  </a:t>
            </a:r>
            <a:r>
              <a:rPr sz="1300">
                <a:solidFill>
                  <a:srgbClr val="6D8C97"/>
                </a:solidFill>
                <a:latin typeface="Consolas"/>
              </a:rPr>
              <a:t>    // Checks whether any character in a word is not a letter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140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boolean hasNonLetters(String word)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word.length();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if (!Character.isLetter(word.charAt(index)))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return true;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Then the answer is yes - stop looking.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Wordle.java   -   line 146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System.out.println("Please enter a word of exactly 5 letters");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userGuess = input.next();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return userGuess;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137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138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139  </a:t>
            </a:r>
            <a:r>
              <a:rPr sz="1300">
                <a:solidFill>
                  <a:srgbClr val="6D8C97"/>
                </a:solidFill>
                <a:latin typeface="Consolas"/>
              </a:rPr>
              <a:t>    // Checks whether any character in a word is not a letter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140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boolean hasNonLetters(String word)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word.length();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if (!Character.isLetter(word.charAt(index)))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return true;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return false;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Through every character without finding one: the answer is no.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Wordle.java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130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String getValidGuess()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String userGuess = input.next();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while (userGuess.length() != maxWordLength || hasNonLetters(userGuess))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System.out.println("Please enter a word of exactly 5 letters");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userGuess = input.next();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return userGuess;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137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138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139  </a:t>
            </a:r>
            <a:r>
              <a:rPr sz="1300">
                <a:solidFill>
                  <a:srgbClr val="7FE0A0"/>
                </a:solidFill>
                <a:latin typeface="Consolas"/>
              </a:rPr>
              <a:t>    // Checks whether any character in a word is not a letter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140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boolean hasNonLetters(String word)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for (int index = 0; index &lt; word.length();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if (!Character.isLetter(word.charAt(index)))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return true;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return false;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147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148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On the board   -   Test cases   (watch, nothing to 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hous1     five characters, a digit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9hous     five characters, a digit first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;[dog     five characters, two symbols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coding    six letters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house     valid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It prints: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Every one but house is refused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Test with input chosen to break the program, not just input you expect to work.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the test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it and try hous1, 9hous and ;[dog before a real word.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for-each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toCharArray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word.toCharArray() is an array of chars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for-each walks it without an index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Wordle.java   -   replace 2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128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130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String getValidGuess()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 userGuess = input.next();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while (userGuess.length() != maxWordLength || hasNonLetters(userGuess))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System.out.println("Please enter a word of exactly 5 letters");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userGuess = input.next();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return userGuess;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137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138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139  </a:t>
            </a:r>
            <a:r>
              <a:rPr sz="1300">
                <a:solidFill>
                  <a:srgbClr val="6D8C97"/>
                </a:solidFill>
                <a:latin typeface="Consolas"/>
              </a:rPr>
              <a:t>    // Checks whether any character in a word is not a letter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140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boolean hasNonLetters(String word)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141  </a:t>
            </a:r>
            <a:r>
              <a:rPr sz="1300" strike="sngStrike">
                <a:solidFill>
                  <a:srgbClr val="F3928B"/>
                </a:solidFill>
                <a:latin typeface="Consolas"/>
              </a:rPr>
              <a:t>        for (int index = 0; index &lt; word.length();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142  </a:t>
            </a:r>
            <a:r>
              <a:rPr sz="1300" strike="sngStrike">
                <a:solidFill>
                  <a:srgbClr val="F3928B"/>
                </a:solidFill>
                <a:latin typeface="Consolas"/>
              </a:rPr>
              <a:t>            if (!Character.isLetter(word.charAt(index)))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These lines change - take the old ones out; the new version is next.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toCharArray()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for (char letter : word.toCharArray()) {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Turns a String into an array of chars.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Handy with a for-each loop.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Wordle.java   -   line 141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128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130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String getValidGuess()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 userGuess = input.next();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while (userGuess.length() != maxWordLength || hasNonLetters(userGuess))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System.out.println("Please enter a word of exactly 5 letters");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userGuess = input.next();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return userGuess;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137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138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139  </a:t>
            </a:r>
            <a:r>
              <a:rPr sz="1300">
                <a:solidFill>
                  <a:srgbClr val="6D8C97"/>
                </a:solidFill>
                <a:latin typeface="Consolas"/>
              </a:rPr>
              <a:t>    // Checks whether any character in a word is not a letter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140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boolean hasNonLetters(String word)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for (char letter : word.toCharArray())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toCharArray turns the word into an array of chars, so for-each can walk it - no index needed.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Wordle.java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139  </a:t>
            </a:r>
            <a:r>
              <a:rPr sz="1800">
                <a:solidFill>
                  <a:srgbClr val="7FE0A0"/>
                </a:solidFill>
                <a:latin typeface="Consolas"/>
              </a:rPr>
              <a:t>    // Checks whether any character in a word is not a letter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140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boolean hasNonLetters(String word)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141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for (char letter : word.toCharArray())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142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if (!Character.isLetter(letter))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143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    return true;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144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On the board   -   A condition with names   (watch, nothing to 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boolean isFiveLetters = userGuess.length() == maxWordLength;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boolean containsNonLetters = hasNonLetters(userGuess);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while (!isFiveLetters || containsNonLetters)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   userGuess = input.next();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   // work both out again here, or they never change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It prints: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Not five letters, or contains non-letters: ask again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boolean holds an answer, not a question. Update it when the guess changes.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Booleans with names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Readable conditions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Name each half of the condition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while reads like English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Update both inside the loop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Wordle.java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displayGuesses();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runGame();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120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122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displayGuessedLetters()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System.out.println("You have guessed the letters:");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(char letter : guessedLetters)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System.out.print(letter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128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130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String getValidGuess()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 userGuess = input.next();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132  </a:t>
            </a:r>
            <a:r>
              <a:rPr sz="1300" strike="sngStrike">
                <a:solidFill>
                  <a:srgbClr val="F3928B"/>
                </a:solidFill>
                <a:latin typeface="Consolas"/>
              </a:rPr>
              <a:t>        while (userGuess.length() != maxWordLength || hasNonLetters(userGuess))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take the old one out; the new version is next.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Wordle.java   -   line 132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runGame();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120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122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displayGuessedLetters()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System.out.println("You have guessed the letters:");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(char letter : guessedLetters)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System.out.print(letter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128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130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String getValidGuess()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 userGuess = input.next();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boolean isFiveLetters = userGuess.length() == maxWordLength;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Just above the while: give each half of the condition a name.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Wordle.java   -   line 134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122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displayGuessedLetters()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System.out.println("You have guessed the letters:");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(char letter : guessedLetters)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System.out.print(letter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128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130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String getValidGuess()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 userGuess = input.next();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boolean isFiveLetters = userGuess.length() == maxWordLength;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boolean containsNonLetters = hasNonLetters(userGuess);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while (!isFiveLetters || containsNonLetters)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condition now reads like English.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Wordle.java   -   line 137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(char letter : guessedLetters)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System.out.print(letter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128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130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String getValidGuess()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 userGuess = input.next();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boolean isFiveLetters = userGuess.length() == maxWordLength;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boolean containsNonLetters = hasNonLetters(userGuess);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while (!isFiveLetters || containsNonLetters)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System.out.println("Please enter a word of exactly 5 letters");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userGuess = input.next();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isFiveLetters = userGuess.length() == maxWordLength;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Inside the loop, just below reading again: work both out again. Leave this out and the loop never ends.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Wordle.java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130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String getValidGuess()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String userGuess = input.next();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boolean isFiveLetters = userGuess.length() == maxWordLength;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boolean containsNonLetters = hasNonLetters(userGuess);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while (!isFiveLetters || containsNonLetters)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System.out.println("Please enter a word of exactly 5 letters");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userGuess = input.next();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isFiveLetters = userGuess.length() == maxWordLength;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containsNonLetters = hasNonLetters(userGuess);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return userGuess;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capital 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it and guess Plant with a capital P. It should win - but does it?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Small letters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toLowerCase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'P' and 'p' are different chars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every word small the moment it is read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answer, and both places a guess is read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Wordle.java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gameIntro();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gameSetup();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displayGuesses();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runGame();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gameIntro()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input = new Scanner(System.in);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System.out.println("******************************************");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   WELCOME TO WORDLE, a very fun game!");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System.out.println("******************************************");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System.out.println("This game is for 2 people.");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System.out.print("Player 1, please type a 5-letter word: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 strike="sngStrike">
                <a:solidFill>
                  <a:srgbClr val="F3928B"/>
                </a:solidFill>
                <a:latin typeface="Consolas"/>
              </a:rPr>
              <a:t>        answer = input.next();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take the old one out; the new version is next.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Wordle.java   -   line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gameIntro();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gameSetup();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displayGuesses();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runGame();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gameIntro()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input = new Scanner(System.in);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System.out.println("******************************************");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   WELCOME TO WORDLE, a very fun game!");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System.out.println("******************************************");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System.out.println("This game is for 2 people.");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System.out.print("Player 1, please type a 5-letter word: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answer = input.next().toLowerCase();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In gameIntro: keep the answer in small letters.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Wordle.java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gameSetup();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displayGuesses();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runGame();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120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122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displayGuessedLetters()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System.out.println("You have guessed the letters:");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(char letter : guessedLetters)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System.out.print(letter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128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130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String getValidGuess()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131  </a:t>
            </a:r>
            <a:r>
              <a:rPr sz="1300" strike="sngStrike">
                <a:solidFill>
                  <a:srgbClr val="F3928B"/>
                </a:solidFill>
                <a:latin typeface="Consolas"/>
              </a:rPr>
              <a:t>        String userGuess = input.next();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take the old one out; the new version is next.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Wordle.java   -   line 131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displayGuesses();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runGame();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120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122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displayGuessedLetters()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System.out.println("You have guessed the letters:");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(char letter : guessedLetters)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System.out.print(letter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128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130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String getValidGuess()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String userGuess = input.next().toLowerCase();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In getValidGuess: every guess too...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Wordle.java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122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displayGuessedLetters()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System.out.println("You have guessed the letters:");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(char letter : guessedLetters)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System.out.print(letter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128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130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String getValidGuess()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 userGuess = input.next().toLowerCase();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boolean isFiveLetters = userGuess.length() == maxWordLength;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boolean containsNonLetters = hasNonLetters(userGuess);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while (!isFiveLetters || containsNonLetters)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System.out.println("Please enter a word of exactly 5 letters");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136  </a:t>
            </a:r>
            <a:r>
              <a:rPr sz="1300" strike="sngStrike">
                <a:solidFill>
                  <a:srgbClr val="F3928B"/>
                </a:solidFill>
                <a:latin typeface="Consolas"/>
              </a:rPr>
              <a:t>            userGuess = input.next();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take the old one out; the new version is next.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Wordle.java   -   line 136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System.out.println("You have guessed the letters:");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(char letter : guessedLetters)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System.out.print(letter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128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130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String getValidGuess()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 userGuess = input.next().toLowerCase();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boolean isFiveLetters = userGuess.length() == maxWordLength;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boolean containsNonLetters = hasNonLetters(userGuess);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while (!isFiveLetters || containsNonLetters)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System.out.println("Please enter a word of exactly 5 letters");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userGuess = input.next().toLowerCase();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...including the ones read again.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Wordle.java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System.out.println("This game is for 2 people.");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System.out.print("Player 1, please type a 5-letter word: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answer = input.next().toLowerCase();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clearConsole();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System.out.println("Now, player 2 can start guessing:");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gameSetup()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numberOfGuesses = 6;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guesses = new String[numberOfGuesses];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maxWordLength = 5;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initializeGuesses();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guessedLetters.clear();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alreadyGuessedWords.clear();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44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45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initializeGuesses()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for (int index = 0; index &lt; numberOfGuesses;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guesses[index] = "-----";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49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50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51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displayGuesses()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for (int index = 0; index &lt; numberOfGuesses;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System.out.println(guesses[index]);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55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56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57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clearConsole()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System.out.print("\u001B[H\u001B[2J");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59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60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61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runGame()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for (int guessNumber = 0; guessNumber &lt; numberOfGuesses; guessNumber++)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String userGuess = getValidGuess();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clearConsole();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if (!alreadyGuessedWords.contains(userGuess))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alreadyGuessedWords.add(userGuess);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} else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System.out.println("You have already chosen this word");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StringBuilder coloredGuess = new StringBuilder(maxWordLength);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for (int index = 0; index &lt; userGuess.length();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char userGuessChar = userGuess.charAt(index);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if (!guessedLetters.contains(userGuessChar))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    guessedLetters.add(userGuessChar);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if (userGuessChar == answer.charAt(index))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    coloredGuess.append(ANSI_GREEN + userGuessChar + ANSI_RESET);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} else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    int position = answer.indexOf(userGuessChar);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    if (position &gt;= 0)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        coloredGuess.append(ANSI_YELLOW + userGuessChar + ANSI_RESET);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    } else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        coloredGuess.append(userGuessChar);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} // inner loop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guesses[guessNumber] = coloredGuess.toString();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displayGuessedLetters();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displayGuesses();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if (userGuess.equals(answer))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handleWinScenario();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if (guessNumber == numberOfGuesses - 1)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handleLoseScenario();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99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100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101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handleWinScenario()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System.out.println("Congratulations! You have guessed the word! Press P to play again.");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if (input.next().toLowerCase().charAt(0) == 'p')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replayGame();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106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107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108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handleLoseScenario()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System.out.println("You have run out of guesses! The word was " + answer + ". Press P to play again.");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if (input.next().toLowerCase().charAt(0) == 'p')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replayGame();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113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114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115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replayGame()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gameIntro();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gameSetup();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displayGuesses();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runGame();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120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121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122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displayGuessedLetters()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System.out.println("You have guessed the letters:");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for (char letter : guessedLetters)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System.out.print(letter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128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129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130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String getValidGuess()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String userGuess = input.next().toLowerCase();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boolean isFiveLetters = userGuess.length() == maxWordLength;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boolean containsNonLetters = hasNonLetters(userGuess);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while (!isFiveLetters || containsNonLetters)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System.out.println("Please enter a word of exactly 5 letters");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userGuess = input.next().toLowerCase();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isFiveLetters = userGuess.length() == maxWordLength;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containsNonLetters = hasNonLetters(userGuess);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the finished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it. Type the secret word in capitals and try every bad guess you can think of.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getValidGuess a while loop and not a for loop?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for loops cannot read input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Nobody knows how many tries it will take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while loops are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for loop cannot return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getValidGuess a while loop and not a for loop?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for loops cannot read input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Nobody knows how many tries it will take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while loops are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for loop cannot return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for loop suits a known number of passes; a while loop runs until its condition is false.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Character.isLetter('9') give?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9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An error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Character.isLetter('9') give?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9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An error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false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9 is a digit, not a letter.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isFiveLetters is worked out before the loop and never inside it. The first guess is hous. What happens?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loop never ends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next guess is checked properly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will not compile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game ends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isFiveLetters is worked out before the loop and never inside it. The first guess is hous. What happens?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loop never ends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next guess is checked properly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will not compile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game ends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isFiveLetters stays false whatever is typed next.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"dog".toCharArray() give?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String "dog"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An array of the chars d, o, 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An ArrayList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"dog".toCharArray() give?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String "dog"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An array of the chars d, o, g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An ArrayList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is an array of the word's characters, which for-each can walk.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the answer get toLowerCase too, not only the guesses?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Player 1 might type it in capitals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toLowerCase makes it shorter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Java needs it for charAt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need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the answer get toLowerCase too, not only the guesses?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Player 1 might type it in capitals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toLowerCase makes it shorter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Java needs it for charAt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need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PLANT and plant must be the same word, so both sides are made small.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