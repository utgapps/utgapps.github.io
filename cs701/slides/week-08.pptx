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Algorithms on arrays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Finding the minimum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values:   5  3  9  1  7  2 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start:    minimum =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3 &lt; 5     minimum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9 &lt; 3?    no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1 &lt; 3     minimum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7, 2, 4   none smaller than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The minimum is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smallest so far starts as the first element, never as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A list of random length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random.nextInt(19)        0 to 18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random.nextInt(19) + 2    2 to 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new int[3]                0 0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A list of 2 to 20 elements, each 1 to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int array starts full of zeros until you fill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random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Filling an array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length from 2 to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random number for every slot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for-each to print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FindMinimum.java,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java.util.Random;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Random from Java's library, the same way Scanner is borrowed.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FindMinimum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FindMinimum, the file's name without .java.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Random random = new Random();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Random, called random. Every number this program picks comes from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numberOfElements = random.nextInt(19) + 2;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How long the list is: nextInt(19) is 0 to 18, and + 2 makes it 2 to 20.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int[] randomNumbers = new int[numberOfElements];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int array with that many slots. An int array starts full of zeros.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index = 0; index &lt; randomNumbers.length;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Visit every slot by index.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randomNumbers[index] = random.nextInt(100) + 1;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new number, 1 to 100, picked inside the loop so every slot gets its 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element : randomNumbers)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Printing only reads, so for-each will 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End the 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FindMinimum.java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random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FindMinimum.java a few times. Your list will be different every time.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The same number everywhere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int randomNumber = random.nextInt(100) + 1;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randomNumbers[index] = randomNumber;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42 42 42 42 42 42 42 42 42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Picked once, before the loop, so every slot gets a copy of the same number. The pick belongs inside the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minimum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Smallest so far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minimum starts as randomNumbers[0]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loop starts at index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Smaller? Then it is the new minimum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FindMinimum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minimum = randomNumbers[0];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Step 1 of the algorithm: the first element is the smallest seen so far.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1; index &lt; randomNumbers.length;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Step 2: compare every other element with it. Index 1, because element 0 is already the minimum.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(randomNumbers[index] &lt; minimum)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Smaller than the smallest so far?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numberOfElements = random.nextInt(19) + 2;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list has " + numberOfElements + " elements");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 randomNumbers = new int[numberOfElements];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(randomNumbers[index] &lt; minimum)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minimum = randomNumbers[index];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Then it is the new minimum.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(randomNumbers[index] &lt; minimum)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minimum = randomNumbers[index];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System.out.println("The minimum value in the list is: " + minimum);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Step 3: after the loop, minimum holds the smallest.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FindMinimum.java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(randomNumbers[index] &lt; minimum)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minimum = randomNumbers[index];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System.out.println("The minimum value in the list is: " + minimum);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minimum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Check the minimum against the list by eye.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Every pair once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numbers:  1 5 3 4 1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0 is compared with 1, 2, 3, 4,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1 is compared with 2, 3, 4,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2 is compared with 3, 4,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3 is compared with 4,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4 is compared with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15 comparisons, every pair exactly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otherIndex starts at index + 1. Start it at 0 (or 1) and elements are compared with themselves, so every list has duplicates.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Finding duplicates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Brute force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loop inside a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inner loop starts at index + 1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hasDuplicate starts false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FindingDuplicates.java,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FindingDuplicates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FindingDuplicates, the file's name without .java.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FindingDuplicates.java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FindingDuplicates.java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int[] numbers = {1, 5, 3, 4, 1, 5};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small list with duplicates we can see: 1 and 5 each appear twice.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FindingDuplicates.java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 numbers = {1, 5, 3, 4, 1, 5};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boolean hasDuplicate = false;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duplicate found yet.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FindingDuplicates.java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 numbers = {1, 5, 3, 4, 1, 5};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index = 0; index &lt; numbers.length;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outer loop picks each element in turn.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FindingDuplicates.java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 numbers = {1, 5, 3, 4, 1, 5};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index = 0; index &lt; numbers.length;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for (int otherIndex = index + 1; otherIndex &lt; numbers.length; otherIndex++)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loop inside a loop. The inner one visits every element after the outer one - index + 1, so nothing is compared with itself.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FindingDuplicates.java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 numbers = {1, 5, 3, 4, 1, 5};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index = 0; index &lt; numbers.length;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otherIndex = index + 1; otherIndex &lt; numbers.length; otherIndex++)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if (numbers[index] == numbers[otherIndex])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Two different slots, the same value.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FindingDuplicates.java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 numbers = {1, 5, 3, 4, 1, 5};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otherIndex = index + 1; otherIndex &lt; numbers.length; otherIndex++)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if (numbers[index] == numbers[otherIndex])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hasDuplicate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System.out.println("Has duplicate: " + hasDuplicate);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both loops.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FindingDuplicates.java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FindingDuplicates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int[] numbers = {1, 5, 3, 4, 1, 5};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otherIndex = index + 1; otherIndex &lt; numbers.length; otherIndex++)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if (numbers[index] == numbers[otherIndex])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hasDuplicate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System.out.println("Has duplicate: " + hasDuplicate);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has duplicate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FindingDuplicates.java. Then change the list so it has no duplicates and run it again.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Duplicates in the random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7-1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nested loops, in FindMinimum.java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 each duplicate as it is found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the verdict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randomNumbers[index]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(randomNumbers[index] &lt; minimum)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minimum = randomNumbers[index];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minimum value in the list is: " + minimum);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hasDuplicate = false;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7-1, at the end of main. No duplicates found - yet.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(randomNumbers[index] &lt; minimum)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minimum = randomNumbers[index];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minimum value in the list is: " + minimum);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randomNumbers.length;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outer loop: every element in turn.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element : randomNumbers)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System.out.print(element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(randomNumbers[index] &lt; minimum)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minimum = randomNumbers[index];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minimum value in the list is: " + minimum);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otherIndex = index + 1; otherIndex &lt; randomNumbers.length; otherIndex++)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inner loop: every element after it. The same brute force as FindingDuplicates.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minimum = randomNumbers[0];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1;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(randomNumbers[index] &lt; minimum)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minimum = randomNumbers[index];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minimum value in the list is: " + minimum);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otherIndex = index + 1; otherIndex &lt; randomNumbers.length; otherIndex++)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if (randomNumbers[index] == randomNumbers[otherIndex])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hasDuplicate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System.out.println("Duplicate value: " + randomNumbers[index]);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Say which value was repeated.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FindMinimum.java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minimum = randomNumbers[index];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minimum value in the list is: " + minimum);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otherIndex = index + 1; otherIndex &lt; randomNumbers.length; otherIndex++)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if (randomNumbers[index] == randomNumbers[otherIndex])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hasDuplicate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    System.out.println("Duplicate value: " + randomNumbers[index]);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(hasDuplicate)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both loops, the verdict.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FindMinimum.java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System.out.println("The minimum value in the list is: " + minimum);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hasDuplicate = false;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randomNumbers.length;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otherIndex = index + 1; otherIndex &lt; randomNumbers.length; otherIndex++)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if (randomNumbers[index] == randomNumbers[otherIndex])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hasDuplicate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System.out.println("Duplicate value: " + randomNumbers[index]);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(hasDuplicate)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System.out.println("The array contains duplicates.");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System.out.println("The array does not contain duplicates.");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duplicate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until you get a list with a duplicate in it - short lists rarely have 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lengths can random.nextInt(19) + 2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2 to 21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 to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 to 19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 to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lengths can random.nextInt(19) + 2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2 to 21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 to 20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 to 19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 to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nextInt(19) is 0 to 18, and + 2 shifts it to 2 to 20.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minimum start as randomNumbers[0] and not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Arrays cannot hold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If every value is above 0, the minimum would wrongly stay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would crash the program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minimum start as randomNumbers[0] and not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Arrays cannot hold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If every value is above 0, the minimum would wrongly stay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would crash the program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starting value has to be one of the elements, or it might never be replaced.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the duplicates check, the inner loop starts at 0 instead of index + 1.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 list reports duplicates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crashes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list reports duplicates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the duplicates check, the inner loop starts at 0 instead of index + 1.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 list reports duplicates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crashes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list reports duplicates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When otherIndex equals index, an element is compared with itself - and always matches.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new int[4] hold before you fill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 0 0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null null null null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Nothing -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Four random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new int[4] hold before you fill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 0 0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null null null null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Nothing -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Four random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int array starts full of zeros; a String array starts full of null.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array has 4 elements. How many times does the duplicates comparison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array has 4 elements. How many times does the duplicates comparison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 + 2 + 1: every pair exactly once.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