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Another 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Once, or every round?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Scores must outlive a round - they go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boolean keeps the round loop going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loop closes after the 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gamesPlayed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word list: games played this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gamesPlayed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gamesWon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Games won.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gamesPlayed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gamesWon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bestScore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Fewest guesses in a win. 0 means no win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gamesPlayed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gamesWon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bestScore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are gamesPlayed and gamesWon made before the round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they are not reset to 0 at the start of every 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Java needs all ints at the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make the program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They could go anywhere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are gamesPlayed and gamesWon made before the round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they are not reset to 0 at the start of every round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Java needs all ints at the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make the program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They could go anywhere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made inside the loop starts fresh every pass. Scores must outlive a round.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keepPlaying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the pick: we are playing.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keepPlaying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while (keepPlaying)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Every round happens inside this loop.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keepPlaying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while (keepPlaying)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line inside main: close the round loop.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Move the round inside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Select, then Tab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on these lines is retyped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are now one level deeper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guess loop is now inside the round 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Main.java   -   move 56 lines in one level (Tab)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String secretWord = words[random.nextInt(words.length)];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boolean won = false;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boolean gaveUp = false;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int guessesUsed = 0;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String[] board = new String[maxGuesses];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board[row] = "-----";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while (guessesUsed &lt; maxGuesses &amp;&amp; !won)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System.out.print("Guess " + (guessesUsed + 1) + " of " + maxGuesses + ": ");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String guess = input.nextLine();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guess = guess.trim().toLowerCase();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if (guess.equals("quit") || guess.equals("q"))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gaveUp = true;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if (guess.length() != WORD_LENGTH)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System.out.println("It has to be " + WORD_LENGTH + " letters.");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continue;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guessesUsed++;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String clue = "";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for (int index = 0; index &lt; WORD_LENGTH; index++)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char letter = guess.charAt(index);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if (letter == secretWord.charAt(index))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    clue = clue + Character.toUpperCase(letter);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} else if (secretWord.indexOf(letter) &gt;= 0)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    clue = clue + letter;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    clue = clue + "_";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System.out.println(clue);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board[guessesUsed - 1] = clue;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if (guess.equals(secretWord))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    won = true;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for (String row : board)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System.out.println(row);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System.out.println("You found it in " + guessesUsed + "!");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 else if (gaveUp)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System.out.println("You gave up. The word was " + secretWord + ".");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    System.out.println("Out of guesses. The word was " + secretWord + ".");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6D8C97"/>
                </a:solidFill>
                <a:latin typeface="Consolas"/>
              </a:rPr>
              <a:t>  &gt;&gt;  </a:t>
            </a:r>
            <a:r>
              <a:rPr sz="800">
                <a:solidFill>
                  <a:srgbClr val="8FD0FF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Select from String secretWord = words[random.nextInt(words.length)]; down to the } just below System.out.println("Out of guesses. The word was " + secretWord + "."); and press Tab once. Nothing on these lines changes - they just move one level 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Keep score, ask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round counts; a win counts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bestScore: the fewest guesses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 answer but y or yes ends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gamesPlayed++;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result. One more game played.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(won)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if it was a win...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gamesWon++;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...one more game won.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(bestScore == 0 || guessesUsed &lt; bestScore)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First win, or fewer guesses than the best?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(bestScore == 0 || guessesUsed &lt; bestScore)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bestScore = guessesUsed;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this is the new best.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(bestScore == 0 || guessesUsed &lt; bestScore)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bestScore = guessesUsed;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win check.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(bestScore == 0 || guessesUsed &lt; bestScore)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bestScore = guessesUsed;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(bestScore &gt; 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there is a best...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(bestScore == 0 || guessesUsed &lt; bestScore)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bestScore = guessesUsed;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(bestScore &gt;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System.out.println("Fewest guesses so far: " + bestScore);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...show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(bestScore == 0 || guessesUsed &lt; bestScore)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bestScore = guessesUsed;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(bestScore &gt;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System.out.println("Fewest guesses so far: " + bestScore);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System.out.print("Play again? (y/n)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System.out.print("Play again? (y/n)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answer = input.nextLine().trim().toLowerCase();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and tidy the answer in one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System.out.print("Play again? (y/n)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 answer = input.nextLine().trim().toLowerCase();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keepPlaying = answer.equals("y") || answer.equals("yes");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y or yes keeps the loop going.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135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System.out.print("Play again? (y/n)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answer = input.nextLine().trim().toLowerCase();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keepPlaying = answer.equals("y") || answer.equals("yes");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Already tried that?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loop inside a loop inside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guesses remembers every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flag starts false and goes up on a match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Search only the boxes already filled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board[row]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String[] guesses = new String[maxGuesses];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board's loop: an array for the words guessed.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boolean alreadyTried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length check. A flag: not found yet.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for (int row = 0; row &lt; guessesUsed;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Look at every guess made so far.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if (guesses[row].equals(guess))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Is this one the same as the new guess?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alreadyTried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Raise the flag.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alreadyTried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search loop.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alreadyTried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(alreadyTried)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search: if the flag is up...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alreadyTried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(alreadyTried)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System.out.println("You already tried " + guess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...say so...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alreadyTried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if (alreadyTried)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System.out.println("You already tried " + guess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continue;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go round again without counting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boolean alreadyTried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for (int row = 0; row &lt; guessesUsed;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(guesses[row].equals(guess))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alreadyTried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(alreadyTried)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System.out.println("You already tried " + guess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continue;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105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board[guessesUsed - 1] = clue;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106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guesses[guessesUsed - 1] = guess;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word next to its clue.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two rounds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Guess the same word twice, win, play again, quit the second round and answer 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