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Casting and decisions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Three scores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Student Task 2-1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Scores can have a fraction: double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Brackets make the sum happen before the division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answer has sixteen digits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Scores.java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public class Scores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Opens the class. Its name must be the file's name without .java - Scores lives in Scores.java - and every other line goes inside its braces.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Scores.java   -   line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Scores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main method: where the program starts. Same line as always - copy it exactly.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Scores.java   -   line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Scores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double firstScore = 20.30;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Scores can have a fraction, so they are doubles.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Scores.java   -   line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Scores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double firstScore = 20.30;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double secondScore = 33.10;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double thirdScore = 10.00;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System.out.println("firstScore = " + firstScore);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Print each one. Java prints 20.3, not 20.30 - a double does not remember trailing zeros.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Scores.java   -   line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Scores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double firstScore = 20.30;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double secondScore = 33.10;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double thirdScore = 10.00;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System.out.println("firstScore = " + firstScore);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System.out.println("secondScore = " + secondScore);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System.out.println("thirdScore = " + thirdScore);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double average = (firstScore + secondScore + thirdScore) / 3;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Brackets first: add all three, then divide. Without them only the third would be divided.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Scores.java   -   line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Scores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double firstScore = 20.30;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double secondScore = 33.10;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double thirdScore = 10.00;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System.out.println("firstScore = " + firstScore);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System.out.println("secondScore = " + secondScore);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System.out.println("thirdScore = " + thirdScore);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double average = (firstScore + secondScore + thirdScore) / 3;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System.out.println("Average score = " + average);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Print the average. Run it: 21.133333333333336 - correct, but not friendly.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Scores.java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7FE0A0"/>
                </a:solidFill>
                <a:latin typeface="Consolas"/>
              </a:rPr>
              <a:t>public class Scores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double firstScore = 20.30;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double secondScore = 33.10;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double thirdScore = 10.00;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System.out.println("firstScore = " + firstScore);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System.out.println("secondScore = " + secondScore);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System.out.println("thirdScore = " + thirdScore);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double average = (firstScore + secondScore + thirdScore) / 3;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System.out.println("Average score = " + average);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On the board   -   Widening (Instructor Example 2A)   (watch, nothing to type)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int myInt = 9;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double myDouble = myInt;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System.out.println("This is the int: " + myInt);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System.out.println("This is the double: " + myDouble);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It prints: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7FE0A0"/>
                </a:solidFill>
                <a:latin typeface="Consolas"/>
              </a:rPr>
              <a:t>This is the int: 9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7FE0A0"/>
                </a:solidFill>
                <a:latin typeface="Consolas"/>
              </a:rPr>
              <a:t>This is the double: 9.0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 int fits in a double with nothing lost, so Java converts it by itself - as if you had written (double) myInt.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On the board   -   Narrowing (Instructor Example 2B)   (watch, nothing to type)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double toBeConvertedToInt = 9.175;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int nowIsAnInt = (int) toBeConvertedToInt;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System.out.println("This is the double: " + toBeConvertedToInt);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System.out.println("This is the int: " + nowIsAnInt);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It prints: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7FE0A0"/>
                </a:solidFill>
                <a:latin typeface="Consolas"/>
              </a:rPr>
              <a:t>This is the double: 9.175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7FE0A0"/>
                </a:solidFill>
                <a:latin typeface="Consolas"/>
              </a:rPr>
              <a:t>This is the int: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double into an int loses the fraction, so Java only does it when you write (int). The .175 is cut off, not rounded.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Casting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Student Task 2-2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(int) in front converts for this one use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fraction is cut off, not rounded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average itself is unchanged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Scores.java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Scores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double firstScore = 20.30;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double secondScore = 33.10;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double thirdScore = 10.00;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System.out.println("firstScore = " + firstScore);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System.out.println("secondScore = " + secondScore);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System.out.println("thirdScore = " + thirdScore);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double average = (firstScore + secondScore + thirdScore) / 3;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        System.out.println("Average score = " + average);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cast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(int) average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Changes a value's type for one use.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(int) cuts a fraction off - it does not round.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(double) before a division keeps the fraction.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Scores.java   -   line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Scores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double firstScore = 20.30;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double secondScore = 33.10;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double thirdScore = 10.00;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System.out.println("firstScore = " + firstScore);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System.out.println("secondScore = " + secondScore);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System.out.println("thirdScore = " + thirdScore);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double average = (firstScore + secondScore + thirdScore) / 3;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System.out.println("Average score = " + (int) average);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Student Task 2-2. (int) in front of the variable converts the value to an int just for this print. The fraction is cut off, not rounded; average itself still holds every decimal.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Scores.java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7FE0A0"/>
                </a:solidFill>
                <a:latin typeface="Consolas"/>
              </a:rPr>
              <a:t>public class Scores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double firstScore = 20.30;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double secondScore = 33.10;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double thirdScore = 10.00;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System.out.println("firstScore = " + firstScore);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System.out.println("secondScore = " + secondScore);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System.out.println("thirdScore = " + thirdScore);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double average = (firstScore + secondScore + thirdScore) / 3;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System.out.println("Average score = " + (int) average);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the average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Scores.java. The average is a whole number now.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On the board   -   Ranges (Instructor Example 2C)   (watch, nothing to type)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long myLong = 17;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long anotherLong = 3000000000L;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double myDouble = 17;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float myFloat = 17.5F;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It prints: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7FE0A0"/>
                </a:solidFill>
                <a:latin typeface="Consolas"/>
              </a:rPr>
              <a:t>(no output - these are declarations)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int holds up to 2,147,483,647. Past that, use a long and put L on the number. A decimal is a double unless it ends in F. Most of the time: int and double.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On the board   -   if / else if / else (Instructor Example 2D)   (watch, nothing to type)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DCECEF"/>
                </a:solidFill>
                <a:latin typeface="Consolas"/>
              </a:rPr>
              <a:t>int testScore = 50;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DCECEF"/>
                </a:solidFill>
                <a:latin typeface="Consolas"/>
              </a:rPr>
              <a:t>if (testScore &gt; 50)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DCECEF"/>
                </a:solidFill>
                <a:latin typeface="Consolas"/>
              </a:rPr>
              <a:t>    System.out.println("You passed! Well done!");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DCECEF"/>
                </a:solidFill>
                <a:latin typeface="Consolas"/>
              </a:rPr>
              <a:t>} else if (testScore == 50)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DCECEF"/>
                </a:solidFill>
                <a:latin typeface="Consolas"/>
              </a:rPr>
              <a:t>    System.out.println("Maybe you passed, maybe you didn't");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DCECEF"/>
                </a:solidFill>
                <a:latin typeface="Consolas"/>
              </a:rPr>
              <a:t>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DCECEF"/>
                </a:solidFill>
                <a:latin typeface="Consolas"/>
              </a:rPr>
              <a:t>    System.out.println("You failed!");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DCECEF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It prints: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7FE0A0"/>
                </a:solidFill>
                <a:latin typeface="Consolas"/>
              </a:rPr>
              <a:t>Maybe you passed, maybe you didn't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Exactly one branch runs: the first whose condition is true. Try 90 and 20 too.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Reading the keyboard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Exercise 2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import java.util.Scanner; at the very top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Make one Scanner, called input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input.nextInt() waits for a whole number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import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import java.util.Scanner;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Borrows a class from Java's library.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Imports go at the very top of the file.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LegalAge.java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import java.util.Scanner;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At the very top, above the class: borrow Scanner from Java's library so the program can read the keyboard.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LegalAge.java   -   line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public class LegalAge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Opens the class. Its name must be the file's name without .java - LegalAge lives in LegalAge.java - and every other line goes inside its braces.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LegalAge.java   -   line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LegalAge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main method: where the program starts. Same line as always - copy it exactly.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Scanner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Scanner input = new Scanner(System.in);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Reads what you type.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System.in is the keyboard.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Make one, and use it for every question.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LegalAge.java   -   line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LegalAge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Scanner input = new Scanner(System.in);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Make the Scanner, called input, that every question in this program reads from.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LegalAge.java   -   line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LegalAge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boolean legalAge = false;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boolean that starts false. We only switch it on when we know it is true.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print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System.out.print("Enter your age: ");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Prints, but stays on the same line.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Handy for a question: the answer is typed right after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LegalAge.java   -   line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LegalAge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boolean legalAge = false;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System.out.print("Enter your age: 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question. print, not println, so the answer is typed on the same line.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nextInt()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int userAge = input.nextInt();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Reads a whole number.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leaves the Enter key behind - clear it with input.nextLine() before reading a line.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LegalAge.java   -   line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LegalAge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boolean legalAge = false;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System.out.print("Enter your age: 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int userAge = input.nextInt();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nextInt() waits for the user to type a whole number and press Enter, and gives it back. It goes straight into an int.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LegalAge.java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public class LegalAge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boolean legalAge = false;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System.out.print("Enter your age: 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int userAge = input.nextInt();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Legal 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Student Task 2-3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if (condition) { ... } else { ... }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&gt;= means at least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boolean can be the whole condition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if (userAge &gt;= 19) {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Runs its block only when the condition in brackets is true.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block is everything between { and }.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Comparing numbers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userAge &gt;= 19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  &gt;  &lt;=  &gt;=  ==  !=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Each gives back true or false.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= stores a value; == compares.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LegalAge.java   -   line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LegalAge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boolean legalAge = false;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System.out.print("Enter your age: 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int userAge = input.nextInt();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if (userAge &gt;= 19)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Student Task 2-3. if, then a condition in brackets. The block in braces runs only when the condition is true. &gt;= means greater than or equal to.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LegalAge.java   -   line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LegalAge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boolean legalAge = false;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System.out.print("Enter your age: 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int userAge = input.nextInt();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if (userAge &gt;= 19)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legalAge = true;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Switch the boolean on. One = stores; it does not compare.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else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} else {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Runs its block only when the if's condition was false.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Exactly one of the two blocks runs.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LegalAge.java   -   line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public class LegalAge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boolean legalAge = false;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System.out.print("Enter your age: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userAge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if (userAge &gt;= 19)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legalAge = true;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System.out.println("The user is of legal age");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 else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else: runs only when the if's condition was false. Exactly one of the two blocks runs.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LegalAge.java   -   line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public class LegalAge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boolean legalAge = false;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System.out.print("Enter your age: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userAge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if (userAge &gt;= 19)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legalAge = true;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System.out.println("The user is of legal age");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System.out.println("The user is a minor");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if (legalAge)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boolean is already true or false, so it can be the whole condition. No == true needed.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LegalAge.java   -   line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public class LegalAge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boolean legalAge = false;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System.out.print("Enter your age: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userAge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if (userAge &gt;= 19)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legalAge = true;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System.out.println("The user is of legal age");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System.out.println("The user is a minor");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if (legalAge)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System.out.println("The user is allowed to vote");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Only for users of legal age.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LegalAge.java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System.out.print("Enter your age: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int userAge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if (userAge &gt;= 19)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legalAge = true;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System.out.println("The user is of legal age");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System.out.println("The user is a minor");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if (legalAge)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System.out.println("The user is allowed to vote");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a minor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LegalAge.java and type 16. Then run it again with 20.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On the board   -   Relational operators   (watch, nothing to type)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==   equal to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!=   not equal to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&gt;    greater than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&lt;    less than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&gt;=   greater than or equal to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&lt;=   less than or equal to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It prints: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7FE0A0"/>
                </a:solidFill>
                <a:latin typeface="Consolas"/>
              </a:rPr>
              <a:t>Each one gives true or false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One = stores a value. Two == compare.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Eighteen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Student Task 2-4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else if adds a branch in the middle of the chain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is checked only if the if was false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== compares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else if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} else if (userAge == 18) {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Another condition in the same chain.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Checked only if everything above it was false.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first true condition wins.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LegalAge.java   -   line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public class LegalAge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boolean legalAge = false;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System.out.print("Enter your age: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userAge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if (userAge &gt;= 19)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legalAge = true;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System.out.println("The user is of legal age");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 else if (userAge == 18)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Student Task 2-4. A third branch between the other two: checked only when the first condition was false. == compares; it is two equals signs.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LegalAge.java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boolean legalAge = false;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System.out.print("Enter your age: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userAge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if (userAge &gt;= 19)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legalAge = true;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System.out.println("The user is of legal age");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 else if (userAge == 18)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System.out.println("The user is allowed to apply for a credit card");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System.out.println("The user is a minor");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if (legalAge)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        System.out.println("The user is allowed to vote");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LegalAge.java   -   line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boolean legalAge = false;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System.out.print("Enter your age: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userAge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if (userAge &gt;= 19)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legalAge = true;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System.out.println("The user is of legal age");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 else if (userAge == 18)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System.out.println("The user is allowed to apply for a credit card");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System.out.println("The user is a minor");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if (legalAge)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System.out.println("The user is allowed to vote and apply for a credit card");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Anyone of legal age can apply for a card too, so this message changes. Only this line - the if around it stays.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LegalAge.java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legalAge = true;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System.out.println("The user is of legal age");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 else if (userAge == 18)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System.out.println("The user is allowed to apply for a credit card");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System.out.println("The user is a minor");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if (legalAge)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System.out.println("The user is allowed to vote and apply for a credit card");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eighteen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LegalAge.java and type 18.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grading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Student Task 2-5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branch per band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&amp;&amp; joins the two ends of a band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grade starts as the answer for a mark that fits nowhere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StudentGrading.java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import java.util.Scanner;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At the very top, above the class: borrow Scanner from Java's library so the program can read the keyboard.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StudentGrading.java   -   line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public class StudentGrading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Opens the class. Its name must be the file's name without .java - StudentGrading lives in StudentGrading.java - and every other line goes inside its braces.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StudentGrading.java   -   line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StudentGrading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main method: where the program starts. Same line as always - copy it exactly.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StudentGrading.java   -   line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StudentGrading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Scanner input = new Scanner(System.in);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Make the Scanner, called input, that every question in this program reads from.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StudentGrading.java   -   line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StudentGrading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System.out.print("Enter your mark: 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Ask for the mark.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StudentGrading.java   -   line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StudentGrading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System.out.print("Enter your mark: 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int mark = input.nextInt();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Read it as a whole number.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StudentGrading.java   -   line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StudentGrading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System.out.print("Enter your mark: 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int mark = input.nextInt();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String grade = "Not a correct mark";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Start with the answer for a mark that fits no band. If no branch below changes it, this is what prints.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&amp;&amp; (and)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mark &gt;= 0 &amp;&amp; mark &lt; 25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True only if both sides are true.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StudentGrading.java   -   line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StudentGrading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System.out.print("Enter your mark: 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int mark = input.nextInt();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String grade = "Not a correct mark";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if (mark &gt;= 0 &amp;&amp; mark &lt; 25)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Student Task 2-5. &amp;&amp; means and: both sides must be true. A mark from 0 up to, but not including, 25.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StudentGrading.java   -   line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public class StudentGrading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System.out.print("Enter your mark: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mark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String grade = "Not a correct mark";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if (mark &gt;= 0 &amp;&amp; mark &lt; 25)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grade = "F";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 else if (mark &gt;= 25 &amp;&amp; mark &lt; 45)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Each band starts exactly where the one before stops, so no mark falls between two bands.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StudentGrading.java   -   line 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System.out.print("Enter your mark: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mark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String grade = "Not a correct mark";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if (mark &gt;= 0 &amp;&amp; mark &lt; 25)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grade = "F";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 else if (mark &gt;= 25 &amp;&amp; mark &lt; 45)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grade = "E";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 else if (mark &gt;= 45 &amp;&amp; mark &lt; 50)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grade = "D";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 else if (mark &gt;= 50 &amp;&amp; mark &lt; 60)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grade = "C";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 else if (mark &gt;= 60 &amp;&amp; mark &lt; 80)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grade = "B";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 else if (mark &gt;= 80 &amp;&amp; mark &lt;= 100)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top band includes 100: &lt;=, not &lt;.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StudentGrading.java   -   line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if (mark &gt;= 0 &amp;&amp; mark &lt; 25)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grade = "F";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 else if (mark &gt;= 25 &amp;&amp; mark &lt; 45)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grade = "E";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 else if (mark &gt;= 45 &amp;&amp; mark &lt; 50)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grade = "D";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 else if (mark &gt;= 50 &amp;&amp; mark &lt; 60)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grade = "C";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 else if (mark &gt;= 60 &amp;&amp; mark &lt; 80)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grade = "B";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 else if (mark &gt;= 80 &amp;&amp; mark &lt;= 100)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grade = "A";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System.out.println("Your grade is: " + grade);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After the chain, print whatever grade ended up holding.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StudentGrading.java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7FE0A0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7FE0A0"/>
                </a:solidFill>
                <a:latin typeface="Consolas"/>
              </a:rPr>
              <a:t>public class StudentGrading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System.out.print("Enter your mark: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int mark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String grade = "Not a correct mark";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if (mark &gt;= 0 &amp;&amp; mark &lt; 25)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grade = "F";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 else if (mark &gt;= 25 &amp;&amp; mark &lt; 45)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grade = "E";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 else if (mark &gt;= 45 &amp;&amp; mark &lt; 50)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grade = "D";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 else if (mark &gt;= 50 &amp;&amp; mark &lt; 60)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grade = "C";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 else if (mark &gt;= 60 &amp;&amp; mark &lt; 80)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grade = "B";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 else if (mark &gt;= 80 &amp;&amp; mark &lt;= 100)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grade = "A";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System.out.println("Your grade is: " + grade);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grading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StudentGrading.java and type 87. Then run it again with -5, and with 100.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a mark that fits nowhere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it with -5. No branch matches, so grade keeps its first value.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registration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Student Tasks 2-6 to 2-8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First requirement: a mark of 70 or more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Only then ask about tuition - an if inside an if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next() reads one word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Registration.java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import java.util.Scanner;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At the very top, above the class: borrow Scanner from Java's library so the program can read the keyboard.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Registration.java   -   line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public class Registration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Opens the class. Its name must be the file's name without .java - Registration lives in Registration.java - and every other line goes inside its braces.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Registration.java   -   line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Registration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main method: where the program starts. Same line as always - copy it exactly.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Registration.java   -   line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Registration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Scanner input = new Scanner(System.in);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Make the Scanner, called input, that every question in this program reads from.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Registration.java   -   line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Registration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System.out.print("Please enter the student's mark (0-100): 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Student Task 2-6. The first requirement is the mark.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Registration.java   -   line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Registration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System.out.print("Please enter the student's mark (0-100): 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int mark = input.nextInt();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if (mark &gt;= 70)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Task 2-7: 70 or more passes the first requirement.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Registration.java   -   line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Registration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System.out.print("Please enter the student's mark (0-100): 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int mark = input.nextInt();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if (mark &gt;= 70)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System.out.print("Has the student paid tuition? (Y/N): 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Task 2-8: only students with the mark are asked the second question - so it goes inside the if.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Registration.java   -   line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Registration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System.out.print("Please enter the student's mark (0-100): 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int mark = input.nextInt();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if (mark &gt;= 70)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System.out.print("Has the student paid tuition? (Y/N): 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String tuitionAnswer = input.next();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next() reads one word - here Y or N - as a String.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Registration.java   -   line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public class Registration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System.out.print("Please enter the student's mark (0-100):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mark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if (mark &gt;= 70)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System.out.print("Has the student paid tuition? (Y/N):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 tuitionAnswer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 else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Below 70: not eligible, and the tuition question is never asked.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Registration.java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7FE0A0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7FE0A0"/>
                </a:solidFill>
                <a:latin typeface="Consolas"/>
              </a:rPr>
              <a:t>public class Registration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System.out.print("Please enter the student's mark (0-100):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int mark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if (mark &gt;= 70)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System.out.print("Has the student paid tuition? (Y/N):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String tuitionAnswer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System.out.println("You are not eligible for registration.");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registration so far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Registration.java: 75, then Y. It asks both questions and stops - deciding what to do with the answer is next week.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(int) 7.9 give?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8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7.9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7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An error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(int) 7.9 give?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8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7.9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7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An error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cast to int cuts the fraction off. It never rounds.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Which of these does Java do without a cast?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double to int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long to int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int to double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double to float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Which of these does Java do without a cast?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double to int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long to int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int to double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double to float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int to double is widening: nothing can be lost. The others are narrowing and need a cast.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int age = 18; Which branch runs? if (age &gt;= 19) {...} else if (age == 18) {...} else {...}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if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else if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The else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Both the else if and the else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int age = 18; Which branch runs? if (age &gt;= 19) {...} else if (age == 18) {...} else {...}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if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else if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The else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Both the else if and the else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18 &gt;= 19 is false, so Java tries the else if; 18 == 18 is true, so that block runs and the else is skipped.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is the difference between = and ==?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They are the same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== stores; = compares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= stores a value; == compares two values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= is for ints, == is for Strings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is the difference between = and ==?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They are the same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== stores; = compares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= stores a value; == compares two values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= is for ints, == is for Strings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stores, two compare. if (age = 18) does not compile.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