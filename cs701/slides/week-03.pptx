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Your first guess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Borrowing a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import java.util.Scanner;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Java comes with a huge library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import says which piece you want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Imports go at the very top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import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import java.util.Scanner;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Borrows a class from Java's library.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Imports go at the very top of the file.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import java.util.Scanner;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very first line of the file, above the comment. It lets you use Scanner.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Reading the keyboard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The program waits for Enter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new Scanner(System.in) reads the keyboard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nextLine() gives back everything typed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Ask with print, so the cursor waits on the same 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Scanner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Scanner input = new Scanner(System.in);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Reads what the player types.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System.in is the keyboard.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Make one, and use it for every question.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Scanner input = new Scanner(System.in);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Below the numbers. A Scanner called input, reading the keyboard.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System.out.print("What is your name? 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Ask with print so the answer is typed on the same 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nextLine()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String playerName = input.nextLine();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Waits for the player to press Enter.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Gives back everything they typed, as a String.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System.out.print("What is your name? 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String playerName = input.nextLine();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Wait for Enter, then keep what was typed in playerName.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System.out.print("What is your name? 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String playerName = input.nextLine();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System.out.println("Good luck, " + playerName + "!");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Use the name straight away.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Main.java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Scanner input = new Scanner(System.in);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System.out.print("What is your name? 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String playerName = input.nextLine();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System.out.println("Good luck, " + playerName + "!");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One guess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secret word is fixed for now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won starts as false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guess is read like the name was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String secretWord = "plant";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Below the summary. The secret word - always plant, for now.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boolean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boolean won = false;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Holds one of two values: true or false.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Perfect for a yes-or-no fact, like did you win?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28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boolean won = false;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Every game starts not won.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31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System.out.print("Your guess: 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Ask for a guess.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31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System.out.print("Your guess: 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32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String guess = input.nextLine();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Keep what was typed in guess.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Main.java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31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System.out.print("Your guess: 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32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String guess = input.nextLine();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Deciding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(condition) { ... } else { ... }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block runs only when the condition is true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else runs when it was not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Strings are compared with .equals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.equals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guess.equals(secretWord)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Compares two Strings letter by letter.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Never compare Strings with ==.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Capitals count: PLANT is not plant.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(guess.equals(secretWord)) {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Runs its block only when the condition in brackets is true.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block is everything between { and }.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33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if (guess.equals(secretWord))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If the guess has exactly the same letters as the secret word...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33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if (guess.equals(secretWord))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35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won = true;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...remember that you won. Indent it: it is inside the if.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33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if (guess.equals(secretWord))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won = true;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 the if.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Main.java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33  </a:t>
            </a:r>
            <a:r>
              <a:rPr sz="18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if (guess.equals(secretWord))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35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won = true;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compare Strings with .equals and not ==?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.equals is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== only works on booleans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== checks for the same object in memory, not the same letters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They always give the same answer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compare Strings with .equals and not ==?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.equals is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== only works on booleans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== checks for the same object in memory, not the same letters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They always give the same answer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== can be true or false for two Strings with the same letters. .equals compares the letters.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37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if (won)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won is already true or false, so it can be the whole condition.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37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if (won)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39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System.out.println("You found it!");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Printed only when won is true.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else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} else {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Runs its block only when the if's condition was false.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Exactly one of the two blocks runs.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37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if (won)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39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System.out.println("You found it!");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40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} else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Otherwise...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37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if (won)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39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System.out.println("You found it!");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40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} else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41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System.out.println("Not this time. The word was " + secretWord + ".");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...say what the word was.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37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if (won)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39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System.out.println("You found it!");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40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} else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41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System.out.println("Not this time. The word was " + secretWord + ".");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42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 the else.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Main.java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37  </a:t>
            </a:r>
            <a:r>
              <a:rPr sz="18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if (won)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39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System.out.println("You found it!");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40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} else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41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System.out.println("Not this time. The word was " + secretWord + ".");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42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one guess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Run it, type your name, then guess plant. Then run it again and guess PLANT - and notice that it loses.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Run in the classroom editor, or Ctrl+Enter.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Show a sample run in the web deck to compare.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= is not ==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= puts a value in a box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== asks whether two numbers are equal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.equals asks whether two Strings are equal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