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Casting and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scores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2-1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Scores can have a fraction: double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Brackets make the sum happen before the division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answer has sixteen digits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Scores.java,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Scores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Scores, the file's name without .java.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double firstScore = 20.30;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Scores can have a fraction, so they are doubles.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System.out.println("firstScore = " + firstScore);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each one. Java prints 20.3, not 20.30 - a double does not remember trailing zeros.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double average = (firstScore + secondScore + thirdScore) / 3;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Brackets first: add all three, then divide. Without them only the third would be divided.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average = (firstScore + secondScore + thirdScore) / 3;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System.out.println("Average score = " + average);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 the average. Run it: 21.133333333333336 - correct, but not friendly.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Scores.java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average = (firstScore + secondScore + thirdScore) / 3;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System.out.println("Average score = " + average);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Widening (Instructor Example 2A)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int myInt = 9;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double myDouble = myInt;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System.out.println("This is the int: " + myInt);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System.out.println("This is the double: " + myDouble);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This is the int: 9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This is the double: 9.0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int fits in a double with nothing lost, so Java converts it by itself - as if you had written (double) myInt.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Narrowing (Instructor Example 2B)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double toBeConvertedToInt = 9.175;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int nowIsAnInt = (int) toBeConvertedToInt;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System.out.println("This is the double: " + toBeConvertedToInt);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System.out.println("This is the int: " + nowIsAnInt);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This is the double: 9.175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This is the int: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double into an int loses the fraction, so Java only does it when you write (int). The .175 is cut off, not rounded.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2-2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(int) in front converts for this one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fraction is cut off, not rounded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average itself is unchanged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Scores.java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average = (firstScore + secondScore + thirdScore) / 3;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System.out.println("Average score = " + average);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(int) average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Changes a value's type for one use.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(int) cuts a fraction off - it does not round.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(double) before a division keeps the fraction.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Scores.java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average = (firstScore + secondScore + thirdScore) / 3;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System.out.println("Average score = " + (int) average);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2-2. (int) in front of the variable converts the value to an int just for this print. The fraction is cut off, not rounded; average itself still holds every decimal.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Scores.java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Scores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firstScore = 20.30;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secondScore = 33.10;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thirdScore = 10.00;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System.out.println("firstScore = " + firstScore);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System.out.println("secondScore = " + secondScore);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System.out.println("thirdScore = " + thirdScore);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average = (firstScore + secondScore + thirdScore) / 3;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System.out.println("Average score = " + (int) average);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average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Scores.java. The average is a whole number now.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Ranges (Instructor Example 2C)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long myLong = 17;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long anotherLong = 3000000000L;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double myDouble = 17;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float myFloat = 17.5F;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(no output - these are declarations)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int holds up to 2,147,483,647. Past that, use a long and put L on the number. A decimal is a double unless it ends in F. Most of the time: int and double.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if / else if / else (Instructor Example 2D)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int testScore = 50;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if (testScore &gt; 50)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   System.out.println("You passed! Well done!");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} else if (testScore == 50)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   System.out.println("Maybe you passed, maybe you didn't");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   System.out.println("You failed!");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7FE0A0"/>
                </a:solidFill>
                <a:latin typeface="Consolas"/>
              </a:rPr>
              <a:t>Maybe you passed, maybe you didn't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Exactly one branch runs: the first whose condition is true. Try 90 and 20 too.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the keyboard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Exercise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import java.util.Scanner; at the very top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one Scanner, called input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input.nextInt() waits for a whole number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import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import java.util.Scanner;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Borrows a class from Java's library.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Imports go at the very top of the file.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LegalAge.java,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LegalAge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LegalAge, the file's name without .java.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Scanner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Scanner input = new Scanner(System.in);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 what you type.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System.in is the keyboard.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one, and use it for every question.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legalAge = false;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boolean that starts false. We only switch it on when we know it is true.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System.out.print("Enter your age: ");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Prints, but stays on the same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Handy for a question: the answer is typed right after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your age: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question. print, not println, so the answer is typed on the same 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nextInt()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int userAge = input.nextInt();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 a whole number.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leaves the Enter key behind - clear it with input.nextLine() before reading a 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userAge = input.nextInt();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nextInt() waits for the user to type a whole number and press Enter, and gives it back. It goes straight into an int.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LegalAge.java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Legal 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2-3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(condition) { ... } else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&gt;= means at least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boolean can be the whole condition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(userAge &gt;= 19)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its block only when the condition in brackets is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block is everything between { and }.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userAge &gt;= 19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  &gt;  &lt;=  &gt;=  ==  !=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gives back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= stores a value; == compares.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(userAge &gt;= 19)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2-3. if, then a condition in brackets. The block in braces runs only when the condition is true. &gt;= means greater than or equal 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legalAge = true;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Switch the boolean on. One = stores; it does not compare.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} else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its block only when the if's condition was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Exactly one of the two blocks runs.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else: runs only when the if's condition was false. Exactly one of the two blocks runs.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(legalAge)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boolean is already true or false, so it can be the whole condition. No == true needed.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(legalAge)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allowed to vote");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Only for users of legal age.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LegalAge.java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(legalAge)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allowed to vote");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minor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LegalAge.java and type 16. Then run it again with 20.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Relational operators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==   equal to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!=   not equal to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&gt;    greater than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&lt;    less than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&gt;=   greater than or equal to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&lt;=   less than or equal to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Each one gives true or false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= stores a value. Two == compare.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Eighteen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2-4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else if adds a branch in the middle of the chain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checked only if the if was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== compares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else 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} else if (userAge == 18)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Another condition in the same chain.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Checked only if everything above it was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first true condition wins.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LegalAge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(userAge == 18)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2-4. A third branch between the other two: checked only when the first condition was false. == compares; it is two equals signs.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LegalAge.java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(userAge == 18)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allowed to apply for a credit card");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(legalAge)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System.out.println("The user is allowed to vote");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LegalAge.java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legalAge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age: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userAge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(userAge &gt;= 19)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(userAge == 18)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allowed to apply for a credit card");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(legalAge)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allowed to vote and apply for a credit card");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Anyone of legal age can apply for a card too, so this message changes. Only this line - the if around it stays.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LegalAge.java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legalAge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of legal age");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(userAge == 18)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allowed to apply for a credit card");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 minor");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(legalAge)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user is allowed to vote and apply for a credit card");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eighteen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LegalAge.java and type 18.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grading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2-5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branch per band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&amp;&amp; joins the two ends of a band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grade starts as the answer for a mark that fits nowhere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StudentGrading.java,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StudentGrading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StudentGrading, the file's name without .java.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your mark: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for the mark.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mark = input.nextInt();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it as a whole number.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grade = "Not a correct mark";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with the answer for a mark that fits no band. If no branch below changes it, this is what prints.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&amp;&amp; (and)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mark &gt;= 0 &amp;&amp; mark &lt; 25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only if both sides are true.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grade = "Not a correct mark";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(mark &gt;= 0 &amp;&amp; mark &lt; 25)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2-5. &amp;&amp; means and: both sides must be true. A mark from 0 up to, but not including, 25.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grade = "Not a correct mark";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0 &amp;&amp; mark &lt; 25)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"F";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25 &amp;&amp; mark &lt; 45)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Each band starts exactly where the one before stops, so no mark falls between two bands.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grade = "Not a correct mark";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0 &amp;&amp; mark &lt; 25)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"F";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25 &amp;&amp; mark &lt; 45)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"E";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45 &amp;&amp; mark &lt; 50)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"D";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50 &amp;&amp; mark &lt; 60)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60 &amp;&amp; mark &lt; 80)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"B";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80 &amp;&amp; mark &lt;= 100)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top band includes 100: &lt;=, not &lt;.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StudentGrading.java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0 &amp;&amp; mark &lt; 25)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"F";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25 &amp;&amp; mark &lt; 45)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"E";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45 &amp;&amp; mark &lt; 50)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"D";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50 &amp;&amp; mark &lt; 60)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60 &amp;&amp; mark &lt; 80)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"B";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(mark &gt;= 80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grade = "A";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System.out.println("Your grade is: " + grade);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chain, print whatever grade ended up holding.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StudentGrading.java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StudentGrading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your mark: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grade = "Not a correct mark";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(mark &gt;= 0 &amp;&amp; mark &lt; 25)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"F";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25 &amp;&amp; mark &lt; 45)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"E";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45 &amp;&amp; mark &lt; 50)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"D";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50 &amp;&amp; mark &lt; 60)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60 &amp;&amp; mark &lt; 80)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"B";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(mark &gt;= 80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grade = "A";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System.out.println("Your grade is: " + grade);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grading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StudentGrading.java and type 87. Then run it again with -5, and with 100.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mark that fits nowhere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with -5. No branch matches, so grade keeps its first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registration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Tasks 2-6 to 2-8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First requirement: a mark of 70 or more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Only then ask about tuition - an if inside an if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next() reads one word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Registration.java,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Registration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Registration, the file's name without .java.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System.out.print("Please enter the student's mark (0-100):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2-6. The first requirement is the mark.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(mark &gt;= 70)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Task 2-7: 70 or more passes the first requirement.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System.out.print("Has the student paid tuition? (Y/N):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Task 2-8: only students with the mark are asked the second question - so it goes inside the if.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 tuitionAnswer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next() reads one word - here Y or N - as a String.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70: not eligible, and the tuition question is never asked.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Registration.java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System.out.println("You are not eligible for registration.");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registration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Registration.java: 75, then Y. It asks both questions and stops - deciding what to do with the answer is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(int) 7.9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8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7.9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(int) 7.9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8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7.9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7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cast to int cuts the fraction off. It never rounds.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of these does Java do without a cast?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double to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long to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int to double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double to float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of these does Java do without a cast?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double to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long to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int to double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double to float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int to double is widening: nothing can be lost. The others are narrowing and need a cast.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 age = 18; Which branch runs? if (age &gt;= 19) {...} else if (age == 18) {...} else {...}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if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else if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else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Both the else if and the else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 age = 18; Which branch runs? if (age &gt;= 19) {...} else if (age == 18) {...} else {...}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if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else if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else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Both the else if and the else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18 &gt;= 19 is false, so Java tries the else if; 18 == 18 is true, so that block runs and the else is skipped.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the difference between = and ==?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They are the same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== stores; = compares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= stores a value; == compares two values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= is for ints, == is for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the difference between = and ==?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They are the same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== stores; = compares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= stores a value; == compares two values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= is for ints, == is for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stores, two compare. if (age = 18) does not compile.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