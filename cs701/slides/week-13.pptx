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Colour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Escape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backslash means: the next character is special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\n new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\t tab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\" a quote inside a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\u001B the escape character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Colour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Switch on, print, switch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GREEN, YELLOW and RESET as constants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static final: shared, and never changing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// Colour codes. The console reads these as instructions, not as letters.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Scanner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Colour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"\u001B[32m"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\u001B is the escape character.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console reads escape then [32m as switch to green.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[0m switches back to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// Colour codes. The console reads these as instructions, not as letters.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RESET = "\u001B[0m";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Back to normal colour.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// Colour codes. The console reads these as instructions, not as letters.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final String RESET = "\u001B[0m";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GREEN = "\u001B[32m";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Switch to green.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// Colour codes. The console reads these as instructions, not as letters.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final String RESET = "\u001B[0m";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static final String GREEN = "\u001B[32m";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YELLOW = "\u001B[33m";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Switch to yellow.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// Out here, outside main, so every method in the class can use it.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// Colour codes. The console reads these as instructions, not as letters.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RESET = "\u001B[0m";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GREEN = "\u001B[32m";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static final String YELLOW = "\u001B[33m";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coloured clue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Green: right letter, right place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Yellow: in the word, wrong place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RESET after every coloured letter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Main.java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String clue = "";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for (int index = 0; index &lt; WORD_LENGTH;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char letter = guess.charAt(index);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if (letter == secretWord.charAt(index))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            clue = clue + Character.toUpperCase(letter);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two lines change - take them out; the coloured versions are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String clue = "";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for (int index = 0; index &lt; WORD_LENGTH;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char letter = guess.charAt(index);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if (letter == secretWord.charAt(index))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    clue = clue + GREEN + Character.toUpperCase(letter) + RESET;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Right place: green, the capital, then back to normal.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Main.java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String clue = "";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for (int index = 0; index &lt; WORD_LENGTH;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char letter = guess.charAt(index);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if (letter == secretWord.charAt(index))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    clue = clue + GREEN + Character.toUpperCase(letter) + RESET;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} else if (secretWord.indexOf(letter) &gt;= 0)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136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                clue = clue + letter;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These two lines change - take them out; the coloured versions are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String clue = "";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for (int index = 0; index &lt; WORD_LENGTH; index++)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char letter = guess.charAt(index);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if (letter == secretWord.charAt(index))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    clue = clue + GREEN + Character.toUpperCase(letter) + RESET;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} else if (secretWord.indexOf(letter) &gt;= 0)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136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        clue = clue + YELLOW + letter + RESET;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Wrong place: yellow, then back to normal.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String clue = "";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for (int index = 0; index &lt; WORD_LENGTH; index++)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char letter = guess.charAt(index);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if (letter == secretWord.charAt(index))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clue = clue + GREEN + Character.toUpperCase(letter) + RESET;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 else if (secretWord.indexOf(letter) &gt;= 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clue = clue + YELLOW + letter + RESET;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 else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    clue = clue + "_";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139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141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System.out.println(clue);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if the RESET is left off the green letter?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Nothing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letter disappears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Everything printed after it stays green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if the RESET is left off the green letter?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Nothing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letter disappears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Everything printed after it stays green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console keeps the last colour it was told until told otherwise.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colour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it. The right-place letters are green capitals; the wrong-place ones are yellow.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