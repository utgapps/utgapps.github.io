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the colours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rules,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 every guess, look at every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place: green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Anywhere else in the word: yellow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in the word: no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Green, yellow, grey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answer:  p l a n 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guess:   t r a i 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   in the word, wrong place    yellow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   not in the word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   same place                  green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   not in the word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n   in the word, wrong place    yellow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 r a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Green is checked first. Only a letter that is not green can be yellow.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loop inside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letter loop goes inside the guess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charAt(index) on both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chars compare with ==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last week’s Wordle.java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Inside the guess loop, just below clearConsole(): a loop over every letter of the guess. A loop inside a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letter in the same place? chars compare with ==.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System.out.println("Letter is in the correct place");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 now, just say 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System.out.println("Letter is in the correct place");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answer, for everyone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Another field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runGame needs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private: only this class uses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gameIntro fills it 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other fields: answer becomes a field too. private: only this class needs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String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gameIntro, take String off the front, so this fills in the field.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correct 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plant as the secret word and the same guesses as last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String or StringBuilder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 word = "pl";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word = word + "a";          a brand-new String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StringBuilder coloredGuess = new StringBuilder(5);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coloredGuess.append("a");   the same one, longer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coloredGuess.toString() gives the finished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String is immutable - it never changes. A StringBuilder is built up in place.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coloured guess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StringBuilder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maxWordLength instead of a magic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StringBuilder for every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append adds to its 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field for the length of a word...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...set in gameSetup, so there is no unexplained 5 in the middle of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StringBuilder coloredGuess = new StringBuilder(maxWordLength);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that can grow.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is immutable - it never changes.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toString() gives the finished String.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above the letter loop: a StringBuilder, a String you can add to. It will hold the coloured guess.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constants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ANSI colour codes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private static final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in CAPITALS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RESET puts the colour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// These constants colour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answer: a comment, then three constants.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ANSI_RESET = "\u001B[0m";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final means it never changes. Each is an ANSI code, which tells the console to change colour; RESET changes it back.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append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Green on, the letter, colour off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System.out.println("Letter is in the correct place");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append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coloredGuess.append(userGuessChar);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to the end of a StringBuilder.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StringBuilder, one piece longer.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append adds to the end of the StringBuilder: green on, the letter, colour off.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Onto the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} // inner loop labels the brace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coloured guess goes in its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show the board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on the closing brace, so you can tell which loop it closes.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coloured guess in its row of the board...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show the board.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Yellow, and the 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indexOf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indexOf gives -1 when the letter is not there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position &gt;= 0: yellow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Otherwise no colour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in the right place?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indexOf says where the letter is in the answer, or -1 if it is not there.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Anywhere in the word: yellow.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in the word at all: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Plain, with no colour.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coloredGuess.append(ANSI_YELLOW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colours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plant again. Check each colour against the rules.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userGuessChar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Say it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variable for the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Used in five places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game plays the same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coloredGuess.append(ANSI_GREEN + userGuess.charAt(index)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userGuess.charAt(index) is written five times. Say it once, at the top of the letter loop, as a variable.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use the variable everywhere.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int position = answer.indexOf(userGuess.charAt(index));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answer.indexOf(userGuessChar);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swap in the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    coloredGuess.append(ANSI_YELLOW + userGuess.charAt(index)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    coloredGuess.append(userGuess.charAt(index));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return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whole word matches: .equals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return ends runGame at once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displayGuesses(), inside the guess loop: the whole word matches? Strings compare with .equals.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return ends runGame at once - no more guesses after a win.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win on the third guess. The game stops there.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last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guessNumber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last guess is numberOfGuesses - 1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 player 2 the word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Was that the last guess? They count from 0, so the last is numberOfGuesses - 1.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run out of guesses! The word was " + answer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player 2 the word.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game is over.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lose on purpose.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"apple".indexOf('z')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"apple".indexOf('z')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-1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indexOf gives -1 when the character is not there, which is why yellow checks position &gt;= 0.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the coloured guess a StringBuilder and not a String?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StringBuilder can be added to; a String never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Strings cannot hold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StringBuilder is shorter to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String can only hold five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the coloured guess a StringBuilder and not a String?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StringBuilder can be added to; a String never changes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Strings cannot hold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StringBuilder is shorter to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String can only hold five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is immutable. append grows the same StringBuilder.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is a constant?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private static String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public static int numberOfGuesses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 userGuess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private static final String ANSI_RESET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is a constant?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private static String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public static int numberOfGuesses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 userGuess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private static final String ANSI_RESET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final means it can never be changed.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With six guesses, what is guessNumber on the last 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With six guesses, what is guessNumber on the last 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counts 0 to 5: numberOfGuesses - 1.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answer is plant. What colour is the p in grape?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Green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Red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Yellow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answer is plant. What colour is the p in grape?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Green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Red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Yellow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 is in plant, but at position 0, not position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