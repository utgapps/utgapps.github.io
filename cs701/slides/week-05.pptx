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Again and again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while (condition) { ...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Checks the condition, runs the block, checks again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Stops the first time it is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Something inside must change the condition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48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boolean won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boolean gaveUp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 guessesUsed = 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counter: no guesses used yet.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&amp;&amp; (and)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guessesUsed &lt; maxGuesses &amp;&amp; !won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True only if both sides are true.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! (not)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!won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Flips true and false.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!won is true while won is false.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Comparing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guessesUsed &lt; maxGuesses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  &gt;  &lt;=  &gt;=  ==  !=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Each gives back true or false.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= stores a value; == compares.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while (guessesUsed &lt; maxGuesses &amp;&amp; !won) {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Repeats its block while the condition is true.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Checks before every pass.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Something inside must change the condition.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while (guessesUsed &lt; maxGuesses &amp;&amp; !won)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Below the round variables. Keep going while there are guesses left and you have not won.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64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Just above if (won): close the loop. Everything between the braces repeats.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Main.java   -   move 10 lines in one level (Tab)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6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1600">
                <a:solidFill>
                  <a:srgbClr val="8FD0FF"/>
                </a:solidFill>
                <a:latin typeface="Consolas"/>
              </a:rPr>
              <a:t>            System.out.print("Your guess: ");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1600">
                <a:solidFill>
                  <a:srgbClr val="8FD0FF"/>
                </a:solidFill>
                <a:latin typeface="Consolas"/>
              </a:rPr>
              <a:t>            String guess = input.nextLine();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1600">
                <a:solidFill>
                  <a:srgbClr val="8FD0F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1600">
                <a:solidFill>
                  <a:srgbClr val="8FD0FF"/>
                </a:solidFill>
                <a:latin typeface="Consolas"/>
              </a:rPr>
              <a:t>            if (guess.equals("quit") || guess.equals("q")) {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1600">
                <a:solidFill>
                  <a:srgbClr val="8FD0FF"/>
                </a:solidFill>
                <a:latin typeface="Consolas"/>
              </a:rPr>
              <a:t>                gaveUp = true;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1600">
                <a:solidFill>
                  <a:srgbClr val="8FD0FF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1600">
                <a:solidFill>
                  <a:srgbClr val="8FD0F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1600">
                <a:solidFill>
                  <a:srgbClr val="8FD0FF"/>
                </a:solidFill>
                <a:latin typeface="Consolas"/>
              </a:rPr>
              <a:t>            if (guess.equals(secretWord)) {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1600">
                <a:solidFill>
                  <a:srgbClr val="8FD0FF"/>
                </a:solidFill>
                <a:latin typeface="Consolas"/>
              </a:rPr>
              <a:t>                won = true;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1600">
                <a:solidFill>
                  <a:srgbClr val="8FD0FF"/>
                </a:solidFill>
                <a:latin typeface="Consolas"/>
              </a:rPr>
              <a:t>      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Select from System.out.print("Your guess: "); down to the } just below won = true; and press Tab once. Nothing on these lines changes - they just move one level 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Getting 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break leaves the loop at once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guessesUsed++ counts - and lets the loop 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result waits until the loop is finished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56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if (guess.equals("quit") || guess.equals("q"))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gaveUp = true;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break;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Inside the quit check: leave the loop at once.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++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guessesUsed++;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Adds one to a variable.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count++ is short for count = count + 1.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59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guessesUsed++;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Below the quit check: count this guess. This line lets the loop end.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happens if guessesUsed++ is deleted and the player keeps guessing wrong?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loop ends after six guesses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It will not compile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game says Out of guesses at once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loop never ends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happens if guessesUsed++ is deleted and the player keeps guessing wrong?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loop ends after six guesses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It will not compile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game says Out of guesses at once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loop never ends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Nothing changes the loop's condition, so guessesUsed &lt; maxGuesses stays true forever.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Main.java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if (won)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          System.out.println("You found it!");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These two messages change. Take them out; the new versions say how many guesses.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67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if (won)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System.out.println("You found it in " + guessesUsed + "!");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win now says how many guesses it took.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Main.java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if (won)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System.out.println("You found it in " + guessesUsed + "!");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} else if (gaveUp)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System.out.println("You gave up. The word was " + secretWord + ".");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70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} else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71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          System.out.println("Not this time. The word was " + secretWord + ".");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These two messages change. Take them out; the new versions say how many guesses.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71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if (won)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System.out.println("You found it in " + guessesUsed + "!");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} else if (gaveUp)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System.out.println("You gave up. The word was " + secretWord + ".");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70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} else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71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System.out.println("Out of guesses. The word was " + secretWord + ".");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loss says you ran out.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Main.java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if (won)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System.out.println("You found it in " + guessesUsed + "!");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} else if (gaveUp)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System.out.println("You gave up. The word was " + secretWord + ".");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} else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71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System.out.println("Out of guesses. The word was " + secretWord + ".");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72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six guesses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it. Guess wrong, then right. Then run it again and guess wrong until it runs out.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for: the counting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for (int count = 1; count &lt;= 10; count++)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Start: int count = 1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Keep going while: count &lt;= 10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After each run: count++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same as a while with a counter, on one 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