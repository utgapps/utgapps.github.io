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Loops and random numbers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while (Instructor Example 4A)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int count 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while (count &lt;= 5)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    System.out.println(count);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    count++;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4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E0A0"/>
                </a:solidFill>
                <a:latin typeface="Consola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Check the condition, run the block, check again. When count reaches 6, 6 &lt;= 5 is false and the loop 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4-1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counter that starts at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while (counter &lt;= 10) repeats the block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counter++ moves it on each time 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MultiplicationTable.java,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Scanner from Java's library so the program can read the keyboard.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MultiplicationTable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MultiplicationTable, the file's name without .java.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Scanner, called input, that every question in this program reads from.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System.out.print("Enter a whole number (1-10):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4-1. Ask which table to print.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whole number (1-10):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counter =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counter: which line of the table we are on. It starts at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while (counter &lt;= 10)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Repeats its block while the condition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Checks before every pass.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Something inside must change the condition.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whole number (1-10):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counter =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while (counter &lt;= 10)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while, a condition in brackets, and a block. The block runs again and again for as long as the condition is true.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System.out.print("Enter a whole number (1-10):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counter =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(counter &lt;= 10)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System.out.println(number + " x " + counter + " = " + (number * counter));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line of the table. The brackets around number * counter make Java multiply before it joins.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whole number (1-10):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counter 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(counter &lt;= 10)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System.out.println(number + " x " + counter + " = " + (number * counter));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counter++;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++ adds one to the counter. Leave it out and counter is 1 forever - the loop never 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MultiplicationTable.java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MultiplicationTable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a whole number (1-10):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counter 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(counter &lt;= 10)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System.out.println(number + " x " + counter + " = " + (number * counter));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seven times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MultiplicationTable.java and type 7.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A loop that never ends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int countdown =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while (countdown &gt;= 0)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System.out.println(countdown + "...");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5...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5...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5...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(and on, forever)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Nothing inside changes countdown, so countdown &gt;= 0 is true forever. Press Stop. The fix is one line: countdown--; inside the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Picking a number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random.nextInt(100)        0 to 99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random.nextInt(100) + 1    1 to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random.nextInt(20)         0 to 19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nextInt(n) gives one of n numbers, starting at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Random needs import java.util.Random; at the top, the way Scanner does.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Five random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4-2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java.util.Random;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random.nextInt(100) is 0 to 99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loop picks a new one each time round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RandomNumbers.java,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java.util.Random;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Random from Java's library, the same way Scanner is borrowed.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RandomNumbers.java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RandomNumbers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RandomNumbers, the file's name without .java.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RandomNumbers.java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random.nextInt(100)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Makes random numbers.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nextInt(100) gives 0 to 99 - never 100.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+ 1 moves it to 1 to 100.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RandomNumbers.java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Random, called random. Every number this program picks comes from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RandomNumbers.java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count =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4-2: five numbers, so count from 1 to 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RandomNumbers.java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 =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(count &lt;= 5)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int randomNumber = random.nextInt(100);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nextInt(100) picks a whole number from 0 up to 99 - a hundred possibilities, starting at zero.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RandomNumbers.java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count 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(count &lt;= 5)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int randomNumber = random.nextInt(100);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System.out.println(randomNumber);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count++;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to a hundred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Shifting the range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to 99, plus one, is 1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one line changes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RandomNumbers.java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 =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(count &lt;= 5)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int randomNumber = random.nextInt(100);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RandomNumbers.java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 =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while (count &lt;= 5)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int randomNumber = random.nextInt(100) + 1;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one to whatever was picked: 0 to 99 becomes 1 to 100.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RandomNumbers.java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RandomNumbers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count 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(count &lt;= 5)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System.out.println(randomNumber);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count++;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five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RandomNumbers.java a few times. Your numbers will be different from these, and different every run - that is the point.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guessing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4-3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 the first guess before the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while (userGuess != randomNumber) keeps asking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hint each time, then read the next guess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GuessingGame.java,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java.util.Random;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Random from Java's library, the same way Scanner is borrowed.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Scanner, just below it: this program needs both.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GuessingGame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GuessingGame, the file's name without .java.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Scanner, called input, that every question in this program reads from.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Random, called random. Every number this program picks comes from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randomNumber = random.nextInt(100) + 1;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4-3. The secret number, from 1 to 100.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userGuess = input.nextInt();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first guess is read before the loop, so the loop has something to check.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(userGuess != randomNumber)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 going for as long as the guess is wrong. != means is not equal 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 !=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(userGuess &gt; randomNumber)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hint: was the guess too big or too small?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 !=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(userGuess &gt;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System.out.print("Too high,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System.out.print("Too low,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System.out.print("guess again: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Either way, ask again on the same line.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 !=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(userGuess &gt;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System.out.print("Too high,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System.out.print("Too low,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System.out.print("guess again: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input.nextInt();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the next guess into the same variable - no int this time, it already exists. Then the loop checks it.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GuessingGame.java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while (userGuess !=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(userGuess &gt;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System.out.print("Too high,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System.out.print("Too low,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System.out.print("guess again: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System.out.println("You guessed it!");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the loop, so it only runs once the guess is right.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GuessingGame.java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java.util.Random;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GuessingGame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randomNumber = random.nextInt(100)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System.out.print("Guess a number between 1 and 100: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while (userGuess !=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(userGuess &gt; randomNumber)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System.out.print("Too high,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System.out.print("Too low,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System.out.print("guess again: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userGuess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System.out.println("You guessed it!");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guessed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Play it. Your secret number is different, so your game will be too - halve the gap every time and you never need more than seven guesses.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for (Instructor Example 4B)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for (int number = 0; number &lt;= 200; number += 10)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System.out.print(number + "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0 10 20 30 40 50 60 70 80 90 100 110 120 130 140 150 160 170 180 190 200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Start: int number = 0. Condition: number &lt;= 200. Update: number += 10, done after each pass. Fives: number += 5.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Counting down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for (int number = 200; number &gt;= 0; number -= 5)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System.out.print(number + "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200 195 190 185 ... 10 5 0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All three parts change: start at the top, keep going while it is at least 0, and take 5 away each time.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number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4-4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Three questions: start, end and step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 (start; condition; update)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 keeps the series on one line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NumberSeriesPrinter.java,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borrow Scanner from Java's library so the program can read the keyboard.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NumberSeriesPrinter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NumberSeriesPrinter, the file's name without .java.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Scanner, called input, that every question in this program reads from.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System.out.println("Number Series Printer!");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4-4. A title first.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System.out.println("Number Series Printer!");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System.out.print("Enter a starting number: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questions: where to start, where to stop, and how far to jump each time.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(int index = 0; index &lt; shoppingList.length; index++)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counting loop: start; keep going while; step.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as a while with a counter, on one line.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System.out.println("Number Series Printer!");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starting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startingNumber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an ending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endingNumber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step: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stepNumber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numbers in the series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number = startingNumber; number &lt;= endingNumber; number += stepNumber)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for loop: start, condition, update, separated by semicolons. number += stepNumber means number = number + stepNumber.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System.out.println("Number Series Printer!");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starting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startingNumber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an ending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endingNumber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step: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stepNumber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numbers in the series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number = startingNumber; number &lt;= endingNumber; number += stepNumber)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System.out.print(number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print, not println, so the series stays on one line with a space after each number.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NumberSeriesPrinter.java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System.out.println("Number Series Printer!");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starting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startingNumber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an ending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endingNumber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System.out.print("Enter a step: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stepNumber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numbers in the series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number = startingNumber; number &lt;= endingNumber; number += stepNumber)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System.out.print(number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empty println ends the line.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NumberSeriesPrinter.java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import java.util.Scanner;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NumberSeriesPrinter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System.out.println("Number Series Printer!");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a starting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startingNumber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an ending number: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endingNumber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System.out.print("Enter a step: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stepNumber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System.out.println("The numbers in the series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number = startingNumber; number &lt;= endingNumber; number += stepNumber)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System.out.print(number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in threes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NumberSeriesPrinter.java: 2, 20 and 3. Then try 5, 20 and 5.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 count = 10; while (count &lt; 5) { count++; } How many times does count++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 count = 10; while (count &lt; 5) { count++; } How many times does count++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10 &lt; 5 is false the very first time, so the block never runs.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numbers can random.nextInt(100) + 1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 to 99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 to 99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numbers can random.nextInt(100) + 1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 to 99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 to 100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 to 99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nextInt(100) is 0 to 99, and adding 1 shifts that to 1 to 100.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(int number = 0; number &lt;= 10; number += 5) { System.out.print(number + " "); } What does it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 5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5 10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(int number = 0; number &lt;= 10; number += 5) { System.out.print(number + " "); } What does it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 5 10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5 10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0, then 5, then 10. The next would be 15, and 15 &lt;= 10 is false.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an infinite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loop that runs exactly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loop with no block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loop whose condition never becomes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loop that counts past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an infinite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loop that runs exactly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loop with no block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loop whose condition never becomes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loop that counts past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If nothing inside the loop changes what the condition checks, it stays true forever.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a for loop, when does the update (number += 5) happen?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Once, before the loop starts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After each pass through the block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Before each check of the condition only the first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when the condition is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a for loop, when does the update (number += 5) happen?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Once, before the loop starts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After each pass through the block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Before each check of the condition only the first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when the condition is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once, then: check, run the block, update - and round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