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Hello, 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Five Letters: a word game in the console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picks a secret five-letter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six 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guess gets a clue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15, every line of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frame of every Java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class, with a main method inside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keeps all code inside a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starts running at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first two and last two lines are the same in every program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// The title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// starts a comment: Java ignores the rest of the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Comments are notes for people - usually you,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Five Letters: find the secret word before your guesses run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at the very top says what the program is. Java skips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class Main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All Java code lives inside a class.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Ours is called Main, so the file must be called Main.java.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{ opens here and its } is the last line of the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Five Letters: find the secret word before your guesses run out.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Main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Everything else in the file goes inside its braces.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Five Letters: find the secret word before your guesses run out.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Main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main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static void main(String[] args)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starts running your program here.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Copy the line exactly - every word matters.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statements run from top to bottom.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String[] words = {"apple", "brick"};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Many values of one type under one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size is fixed when it is made.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String[] means an array of Strings.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blank line, then main. Indent it four spaces - it is inside the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main: four spaces, then a brace lined up with the main 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class: the last line of the file, against the left edge.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Statements run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println prints a line, then moves down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 prints and stays on the same line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statement ends with 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// The title screen.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Inside main, indented eight spaces. A comment says what this part does.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System.out.println("Hi");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instruction for the computer.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ends with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 the ; off and Java will not compile the file.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System.out.println("Hello");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 what is in the brackets, then moves to a new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System.out is the console.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String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"FIVE  LETTERS"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in double quotes.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Printed exactly as written, spaces and 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title screen.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System.out.println("=======================");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top border. Everything in the quotes prints exactly.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title screen.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     FIVE  LETTERS");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name. The spaces in front centre it under the border.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title screen.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  FIVE  LETTERS");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System.out.println("=======================");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bottom border - the same line again.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System.out.print("Your guess: 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Prints, but stays on the same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Handy for a question: the answer is typed right after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title screen.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  FIVE  LETTERS");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System.out.print("Find the secret word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print, not println: the next text lands on this same line. Note the space before the quote.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// The title screen.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  FIVE  LETTERS");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System.out.print("Find the secret word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System.out.println("before your guesses run out.");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println finishes the sentence and moves to a new 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// The title screen.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     FIVE  LETTERS");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System.out.println("=======================");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System.out.print("Find the secret word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System.out.println("before your guesses run out.");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print and println?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print is for numbers, println is for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println prints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There is no difference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println moves to a new line after printing; print does not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print and println?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print is for numbers, println is for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println prints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There is no difference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println moves to a new line after printing; print does not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why the sentence came out on one line even though it was two statements.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title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You should see the title between two borders, and the sentence under it on one line - even though you wrote it as two statements.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Errors are Java trying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the first line of the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Look at the line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caret ^ points at the spot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first error first - one mistake can cause several messages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the title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border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 a blank line with System.out.println();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