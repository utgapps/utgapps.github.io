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Hello, Java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Hello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Every Java program starts from this frame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class, with a main method inside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main runs its statements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statement ends with 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public class HelloWorld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All Java code lives inside a class.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class name must match the file name: HelloWorld lives in HelloWorld.java.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{ opens here and its } is the last line of the file.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HelloWorld.java,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HelloWorld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HelloWorld lives in HelloWorld.java - and every other line goes inside its braces.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main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public static void main(String[] args)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starts running your program here.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Copy the line exactly - every word matters.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statements run from top to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HelloWorld.java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HelloWorld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method. Java starts running your program here. Nobody memorises this line today - copy it exactly, every word matters.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System.out.println("Hello world!");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instruction for the computer.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ends with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 the ; off and Java will not compile the file.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println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System.out.println("Hello world!");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Prints what is in the brackets, then moves to a new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System.out is the console.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String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"Hello world!"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in double quotes.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Printed exactly as written, spaces and all.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HelloWorld.java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HelloWorld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System.out.println("Hello world!");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statement: print what is in the brackets, then move to a new line. The text in double quotes is a string literal, printed exactly as written. It ends with a semicolon, like every statement.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HelloWorld.java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HelloWorld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System.out.println("Hello world!");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hello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HelloWorld.java. One line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name and a friend's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1-1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file, MyName.java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println statements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one prints on its own 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MyName.java,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MyName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MyName, the file's name without .java.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MyName.java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MyName.java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System.out.println("My name is Joshua");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Task 1-1. Put your own name in place of Joshua if you like.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MyName.java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System.out.println("My name is Joshua");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System.out.println("My friend's name is Sarah");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second println, so it prints on a second line. The apostrophe in friend's is fine inside double quotes.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MyName.java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MyName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System.out.println("My name is Joshua");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System.out.println("My friend's name is Sarah");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print and println (Instructor Example 1A)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System.out.print("My name is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System.out.println("Joshua");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System.out.println("My friend's name is Sarah");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My name is Joshua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My friend's name is Sarah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stays on the line, so Joshua lands right after it. Without the space at the end of "My name is " you would get My name isJoshua.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Notes for people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// starts a comment - Java ignores the rest of the line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/* ... */ can run over several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them for the next person to read the file: usually you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// Prints my name and my friend's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// starts a comment: Java ignores the rest of the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Comments are notes for people - usually you, later.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MyName.java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Prints my name and my friend's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a comment. Two slashes, then anything - Java ignores the rest of the line. It is a note for people.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Variables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labelled box that holds one value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 name  =  value;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Names: letters, digits, _ and $, never starting with a digit, no spaces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camelCase: myName, friendName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MyName.java   -   replace 2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my name and my friend's name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System.out.println("My name is Joshua");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System.out.println("My friend's name is Sarah");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two printlns change: the names move into variables. Take these two lines out - the new four are next.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variable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int age = 15;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 name  =  value;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the name anywhere after this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MyName.java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my name and my friend's name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myName = "Joshua";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variable: a labelled box. String is its type (text), myName its name, = puts the value in.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MyName.java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my name and my friend's name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myName = "Joshua";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friendName = "Sarah";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second box. The names are camelCase: small first word, capital on each word after.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Joining with 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"My name is " + myName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Once either side of + is a String, + joins.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works left to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Brackets make a sum happen first.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MyName.java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my name and my friend's name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myName = "Joshua";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friendName = "Sarah";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System.out.println("My name is " + myName);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+ joins the text and whatever is in the box. Note the space before the closing quote.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MyName.java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Prints my name and my friend's name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MyName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myName = "Joshua";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friendName = "Sarah";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System.out.println("My name is " + myName);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System.out.println("My friend's name is " + friendName);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Same again for your friend. Change a name now and it changes in one place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MyName.java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Prints my name and my friend's name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MyName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myName = "Joshua";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friendName = "Sarah";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System.out.println("My name is " + myName);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System.out.println("My friend's name is " + friendName);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names in variables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MyName.java. The output is the same as before - but now each name lives in one place.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Why variables (Instructor Example 1B)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String address = "6824 Station Hill Drive, Brooklyn, NY 11201";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System.out.println("Address: " + address);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Address: 6824 Station Hill Drive, Brooklyn, NY 11201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the address in ten places and you type it once. Move house and you change one 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Joining text and numbers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System.out.println("5" + 5);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System.out.println("5" + 5 + 5);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System.out.println(5 + 5);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System.out.println(5 + 5 + "5");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55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555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10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Left to right. Once one side of + is a String, + joins. While both sides are numbers, + adds.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System.out.println("3" + 4 + 5);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75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345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System.out.println("3" + 4 + 5);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75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345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Left to right: "3" + 4 is the String "34", and "34" + 5 is "345".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primitive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int, double, char, boolean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int: whole numbers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double: numbers with a decimal point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char: one character, in single quotes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boolean: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 is not primitive - it has a capital 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Primitives.java,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Primitives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Primitives, the file's name without .java.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Primitives.java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Primitives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int age = 15;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whole number: 15, 0, -12.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decimal point, no quotes.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Primitives.java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Primitives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age = 15;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int: a whole number. No decimal point, no quotes.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double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double height = 1.75;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number with a decimal point.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it when a fraction matters.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Primitives.java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Primitives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age = 15;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double height = 1.75;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double: a number with a decimal point.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 initial = 'A';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single character, in single quotes: 'A'.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chars are compared with ==.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Primitives.java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Primitives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age = 15;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height = 1.75;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char initial = 'A';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char: exactly one character, in single quotes.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boolean isStudent = true;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Holds one of two values: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 it like a yes-or-no question: isStudent.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Primitives.java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Primitives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age = 15;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height = 1.75;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char initial = 'A';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isStudent = true;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boolean: true or false, nothing else. Like a light switch.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Primitives.java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Primitives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age = 15;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height = 1.75;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char initial = 'A';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isStudent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System.out.println("age is: " + 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each one with a label, so you can tell them apart.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Primitives.java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Primitives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age = 15;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height = 1.75;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char initial = 'A';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isStudent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System.out.println("age is: " + 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System.out.println("height is: " + height);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System.out.println("initial is: " + initial);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System.out.println("isStudent is: " + isStudent);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Primitives.java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Primitives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age = 15;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double height = 1.75;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char initial = 'A';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isStudent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System.out.println("age is: " + 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System.out.println("height is: " + height);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System.out.println("initial is: " + initial);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System.out.println("isStudent is: " + isStudent);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age = 17;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type this time - the box already exists. This puts a new value in it; the 15 is gone.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Primitives.java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Primitives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age = 15;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double height = 1.75;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char initial = 'A';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isStudent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System.out.println("age is: " + 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System.out.println("height is: " + height);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System.out.println("initial is: " + initial);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System.out.println("isStudent is: " + isStudent);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age = 17;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System.out.println("age is: " + 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it again: same line as before, new value.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Primitives.java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Primitives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age = 15;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height = 1.75;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char initial = 'A';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isStudent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System.out.println("age is: " + 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System.out.println("height is: " + height);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System.out.println("initial is: " + initial);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System.out.println("isStudent is: " + isStudent);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age = 17;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System.out.println("age is: " + 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A type never changes (Instructor Example 1C)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age = isStudent;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age = height;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error: incompatible types: boolean cannot be converted to int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error: incompatible types: possible lossy conversion from double to 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value in a box can change; the kind of box cannot. Neither line compiles.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four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Primitives.java. age prints twice: 15, then 17.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