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Reading a word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Tidy the guess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trim() and toLowerCase()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trim() drops spaces from both ends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toLowerCase() makes every letter small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prompt counts: Guess 1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Main.java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    System.out.print("Your guess: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prompt changes - take the old one out; the counting one is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System.out.print("Guess " + (guessesUsed + 1) + " of " + maxGuesses + ":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prompt counts. The brackets make Java add before it joins.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  crane ".trim()  is  "crane"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spaces from both ends of a String.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Gives back a new String - the old one is unchanged.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toLowerCase()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"PLANT".toLowerCase()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every letter small.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PLANT and plant compare equal.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System.out.print("Guess " + (guessesUsed + 1) + " of " + maxGuesses + ":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guess = input.nextLine();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 = guess.trim().toLowerCase();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read: take spaces off the ends and make it all small letters.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System.out.print("Guess " + (guessesUsed + 1) + " of " + maxGuesses + ":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guess = input.nextLine();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 = guess.trim().toLowerCase();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Wrong length? Go round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continue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length() counts the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continue skips the rest of this pass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guess is not counted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length()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"plant".length()  is 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characters a String has.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Spaces count too.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(guess.length() != WORD_LENGTH)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quit check. != means is not equal 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(guess.length() != WORD_LENGTH)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System.out.println("It has to be " + WORD_LENGTH + " letters.");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the player why.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continue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continue;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Skip the rest of this pass of the loop.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loop goes straight back to its condition.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(guess.length() != WORD_LENGTH)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System.out.println("It has to be " + WORD_LENGTH + " letters.");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continue;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Skip the rest of this pass - the guess does not count.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(guess.length() != WORD_LENGTH)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System.out.println("It has to be " + WORD_LENGTH + " letters.");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continue;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(guess.length() != WORD_LENGTH)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System.out.println("It has to be " + WORD_LENGTH + " letters.");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continue;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word, letter by letter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 l a n t  =  0 1 2 3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counts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charAt(index) gives one char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indexOf(letter) is -1 when it is not there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Capital, small or _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Right letter, right place: a capital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the word, wrong place: small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 in the word: 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clue = "";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guessesUsed++. The clue starts empty.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(int index = 0; index &lt; 5; index++)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counting loop: start; keep going while; step.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as a while with a counter, on one 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index = 0; index &lt; WORD_LENGTH;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index goes 0, 1, 2, 3, 4 - one pass per letter.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 letter = 'p';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single character, in single quotes: 'p'.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chars are compared with ==.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charAt(index)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"plant".charAt(0)  is 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character at a position.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Positions start at 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last is at length() - 1.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char letter = guess.charAt(index);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guess's letter at this position.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(letter == secretWord.charAt(index))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Same letter in the same place? chars compare with ==.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Upper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Character.toUpperCase('p')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Character.toUpperCase turns one char into a capital.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Strings have toUpperCase() too.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clue = clue + Character.toUpperCase(letter);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Right place: add it as a capital.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indexOf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"plant".indexOf('a')  is 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a character is in a String.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-1 means it is not there at all.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 else if (secretWord.indexOf(letter) &gt;= 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Otherwise, is it anywhere in the word?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 else if (secretWord.indexOf(letter) &gt;=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clue = clue + letter;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Wrong place: add it small.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 else if (secretWord.indexOf(letter) &gt;=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clue = clue + letter;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 in the word at all...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 else if (secretWord.indexOf(letter) &gt;=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clue = clue + letter;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clue = clue + "_";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...add an underscore.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if (secretWord.indexOf(letter)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clue = clue + letter;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clue = clue + "_";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for loop.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if (secretWord.indexOf(letter)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clue = clue + letter;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clue = clue + "_";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System.out.println(clue);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loop, print the whole clue.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clue = "";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if (secretWord.indexOf(letter)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clue = clue + letter;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clue = clue + "_";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System.out.println(clue);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"plant".charAt(4)?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'n'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crash - there is no index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't'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"plant".charAt(4)?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'n'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crash - there is no index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't'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Indexes start at 0, so the five letters are at 0 to 4 and index 4 is the last one.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secretWord.indexOf(letter) give when the letter is not in the word?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crash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secretWord.indexOf(letter) give when the letter is not in the word?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crash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-1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-1 means not found. That is why the check is &gt;= 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clues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it, pick normal, and try cat, then CRANE with spaces round it, then plans and plant.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