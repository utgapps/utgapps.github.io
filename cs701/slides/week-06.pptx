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Strings and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== or .equals (Instructor Example 5A)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String firstWord = "hello";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String secondWord = "hello";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String thirdWord = new String("hello");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System.out.println(firstWord == secondWord);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System.out.println(firstWord == thirdWord);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System.out.println(firstWord.equals(thirdWord));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Java shares one object for the two identical literals, so == happens to say true. new String makes another object, so == says false. .equals compares the letters: always use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Asking a String questions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length(), indexOf(text), charAt(index)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toUpperCase(), toLowerCase()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substring(start, end) stops before 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None of them changes greeting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StringMethods.java,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StringMethods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StringMethods, the file's name without .java.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greeting = "Hello, world";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String to try every method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length()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"Hello, world".length()  is 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many characters a String has.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Spaces and commas count too.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System.out.println(greeting.length());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length() is the number of characters, counting the comma and the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indexOf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"Hello, world".indexOf("world")  is 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Where something starts in a String.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-1 means it is not there at 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System.out.println(greeting.length());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System.out.println(greeting.indexOf("world"));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indexOf says where some text starts. Counting starts at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toUpperCase()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"Hello, world".toUpperCase()  is  "HELLO, WORLD"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Makes every letter a capital.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Gives back a new String.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System.out.println(greeting.length());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System.out.println(greeting.indexOf("world"));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System.out.println(greeting.toUpperCase());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copy in capitals. greeting itself does not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toLowerCase()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"Hello, world".toLowerCase()  is  "hello, world"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Makes every letter small.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Gives back a new String - the old one is unchanged.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System.out.println(greeting.length());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System.out.println(greeting.indexOf("world"));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System.out.println(greeting.toUpperCase());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System.out.println(greeting.toLowerCase());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a copy in small letters.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charAt(index)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"Hello, world".charAt(0)  is  'H'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character at a position.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Positions start at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last is at length() - 1.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System.out.println(greeting.length());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System.out.println(greeting.indexOf("world"));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System.out.println(greeting.toUpperCase());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System.out.println(greeting.toLowerCase());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System.out.println(greeting.charAt(0));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charAt gives the one character at an index. Index 0 is the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System.out.println(greeting.length());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System.out.println(greeting.indexOf("world"));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System.out.println(greeting.toUpperCase());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System.out.println(greeting.toLowerCase());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System.out.println(greeting.charAt(0));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System.out.println(greeting.substring(7, 12));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substring cuts out a piece: from index 7 up to, but not including, index 12.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StringMethods.java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System.out.println(greeting.length());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System.out.println(greeting.indexOf("world"));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System.out.println(greeting.toUpperCase());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System.out.println(greeting.toLowerCase());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System.out.println(greeting.charAt(0));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System.out.println(greeting.substring(7, 12));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System.out.println(greeting.substring(7));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With one number it runs from there to the end.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StringMethods.java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StringMethods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greeting = "Hello, world";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System.out.println(greeting.length());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System.out.println(greeting.indexOf("world"));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System.out.println(greeting.toUpperCase());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System.out.println(greeting.toLowerCase());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System.out.println(greeting.charAt(0));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System.out.println(greeting.substring(7, 12));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System.out.println(greeting.substring(7));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Hello,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StringMethods.java. Match each line to the method that printed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Partners in RADAR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   0  1  2  3 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letter   R  A  D  A  R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0 pairs with 5 - 1 - 0 =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1 pairs with 5 - 1 - 1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2 is the middle: stop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R = R and A = A, so RADAR is a palindrome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5 / 2 is 2 in whole numbers, so the loop runs for index 0 and 1. The middle letter has no partner to check.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palindrome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 algorithm on a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Assume true until a pair differs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charAt(index) from the front, charAt(length() - 1 - index) from the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break stops at the first mismatch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Palindrome.java,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Scanner from Java's library so the program can read the keyboard.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Palindrome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Palindrome, the file's name without .java.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Scanner, called input, that every question in this program reads from.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System.out.print("Enter a word to see if it is a palindrome: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palindrome reads the same backwards: racecar, radar, level.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nextLine()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String word = input.nextLine();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Waits for 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Gives back everything typed on the line, spaces too, as a String.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word = input.nextLine();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nextLine reads everything typed up to Enter.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boolean isPalindrome = true;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Assume it is, until a pair of letters proves otherwise.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isPalindrome =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index = 0; index &lt; word.length() / 2;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Walk from the front to the middle. Each letter is checked against its partner, so half the word is enough.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isPalindrome =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index = 0; index &lt; word.length() / 2;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char frontLetter = word.charAt(index);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char holds one character. This one counts from the front.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isPalindrome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word.length() / 2;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frontLetter = word.charAt(index);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char backLetter = word.charAt(word.length() - 1 - index);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Its partner counts from the back. The last index is length - 1, not length.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isPalindrome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word.length() / 2;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frontLetter = word.charAt(index);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backLetter = word.charAt(word.length() - 1 - 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(frontLetter != backLetter)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mismatch is enough.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isPalindrome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word.length() / 2;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frontLetter = word.charAt(index);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backLetter = word.charAt(word.length() - 1 - 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(frontLetter != backLetter)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isPalindrome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break leaves the loop straight away - there is no point checking the rest.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Palindrome.java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isPalindrome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word.length() / 2;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frontLetter = word.charAt(index);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backLetter = word.charAt(word.length() - 1 - 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(frontLetter != backLetter)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isPalindrome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(isPalindrome)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the loop, the boolean holds the answer.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Palindrome.java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Palindrome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a word to see if it is a palindrome: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word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isPalindrome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word.length() / 2;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char frontLetter = word.charAt(index);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char backLetter = word.charAt(word.length() - 1 - 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(frontLetter != backLetter)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isPalindrome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(isPalindrome)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System.out.println("The word " + word + " is a palindrome");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System.out.println("The word " + word + " is not a palindrome");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racecar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Palindrome.java with racecar, then with rocket.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rocket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 and t differ, so the loop stops at the very first pair.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Counting vowels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5-1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for loop visits every character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switch on a char, cases in single quotes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Five cases share one block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VowelsAndConsonants.java,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Scanner from Java's library so the program can read the keyboard.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VowelsAndConsonants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VowelsAndConsonants, the file's name without .java.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Scanner, called input, that every question in this program reads from.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System.out.println("This program counts the vowels and consonants in a word or phrase.");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5-1. Say what the program does.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phrase = input.nextLine();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nextLine, so a phrase with spaces is read whole.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vowelCounter = 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Two counters, both starting at zero.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phrase.length();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Visit every character, from index 0 to the last.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char letter = phrase.charAt(index);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character we are looking at this time round.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letter = phrase.charAt(index);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switch (letter)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switch on a char. The cases are single characters, in single quotes.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letter = phrase.charAt(index);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switch (letter)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case 'a':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Five cases share one block - no break between them, on purpose.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letter = phrase.charAt(index);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switch (letter)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'a':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'i':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'o':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'u':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vowelCounter++;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Any of the five: one more vowel.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letter = phrase.charAt(index);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switch (letter)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'a':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'i':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'o':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'u':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vowelCounter++;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System.out.println(phrase + " has " + vowelCounter + " vowels and " + consonantCounter + " consonants.");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the loop: the result.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VowelsAndConsonants.java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char letter = phrase.charAt(index);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switch (letter)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case 'a':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case 'e':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case 'i':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case 'o':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case 'u':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vowelCounter++;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System.out.println(phrase + " has " + vowelCounter + " vowels and " + consonantCounter + " consonants.");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consonants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with Hello World.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Counting consonants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default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default runs when no case matched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letter &gt;= 'b' &amp;&amp; letter &lt;= 'z' is a small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Vowels never get here: they broke out already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phrase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letter = phrase.charAt(index);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switch (letter)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'a':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'i':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'o':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'u':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vowelCounter++;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default: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Just above the switch's closing brace. Anything that is not a vowel lands here.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consonantCounter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phrase.length();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char letter = phrase.charAt(index);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switch (letter)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'a':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'i':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'o':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case 'u':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vowelCounter++;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default: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if (letter &gt;= 'b' &amp;&amp; letter &lt;= 'z')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Characters are numbers underneath, in alphabetical order, so this is true for small letters b to z. Digits and spaces are left out.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VowelsAndConsonants.java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    vowelCounter++;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    break;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default: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    if (letter &gt;= 'b' &amp;&amp; letter &lt;= 'z')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        consonantCounter++;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five consonants?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Hello World has seven consonants. Which two are missing, and why?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Capital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toLowerCase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 and W are not between 'b' and 'z'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whole phrase small the moment it is read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VowelsAndConsonants.java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String phrase = input.nextLine();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VowelsAndConsonants.java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VowelsAndConsonants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phrase = input.nextLine().toLowerCase();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this line changes: turn the phrase into small letters the moment it is read.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VowelsAndConsonants.java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System.out.println("This program counts the vowels and consonants in a word or phrase.");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System.out.print("Enter a word or phrase: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phrase = input.nextLine().toLowerCase();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vowelCounter =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consonantCounter = 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all seven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once more. Then try aeiou, 123 and h3ll0.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Test it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hello         2 vowels  3 consonants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aeiou         5 vowels  0 consonants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123           0 vowels  0 consonants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h3ll0         0 vowels  3 consonants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hello world   3 vowels  7 consonants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Digits and spaces are neither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Good tests include the odd cases: no vowels, no letters at all, digits mixed in.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should you not compare two Strings with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only compares the first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does not compile for Strings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checks whether they are the same object, not whether they have the same letters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ignores capital letters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should you not compare two Strings with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only compares the first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does not compile for Strings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checks whether they are the same object, not whether they have the same letters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ignores capital letters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Strings with the same letters can be different objects. .equals compares the letters.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 greeting = "Hello, world"; What is greeting.charAt(4)?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,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 greeting = "Hello, world"; What is greeting.charAt(4)?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,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 is 0, e is 1, l is 2, l is 3, o is 4.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"Hello, world".indexOf("z")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"Hello, world".indexOf("z")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-1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indexOf gives -1 when the text is not there at all.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"palindrome".substring(0, 4)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palin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pali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"palindrome".substring(0, 4)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palin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pali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From index 0 up to, but not including, index 4: p, a, l, i.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the consonant check, why letter &gt;= 'b' and not letter &gt;= 'a'?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is not a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is a vowel and was already counted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Java has no 'a'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 mistake - it should be 'a'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the consonant check, why letter &gt;= 'b' and not letter &gt;= 'a'?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is not a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is a vowel and was already counted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Java has no 'a'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 mistake - it should be 'a'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Vowels are counted by the cases above and break out before default. a never gets that far.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