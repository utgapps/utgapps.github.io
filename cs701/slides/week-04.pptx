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And, or, not, and switch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Or: ||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p      q      p || q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true   true  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true   false 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false  true  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false  false  false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True when at least one side is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|| is Shift and backslash.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 or 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Comparing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.equals compares the letters of two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|| accepts either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else catches everything else - too much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.equals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tuitionAnswer.equals("y")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Compares two Strings letter by letter.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Never compare Strings with ==.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Capitals count: Y is not 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|| (or)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tuitionAnswer.equals("y") || tuitionAnswer.equals("Y")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if either side is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Only one side has to be.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(tuitionAnswer.equals("y") || tuitionAnswer.equals("Y"))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the line that reads the answer. Strings are compared with .equals, never ==. || means or: a small y or a capital Y will 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System.out.println("You may register for the course.");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Both requirements met.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Anything else means they have not paid.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Registration.java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need to pay tuition first.");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System.out.println("You are not eligible for registration.");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may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Registration.java: 80, then 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Y, N, or neither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Fixing the p bug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else becomes an else if for 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else catches anything else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works, and the nesting is getting hard to read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Registration.java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if (tuitionAnswer.equals("n") || tuitionAnswer.equals("N"))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Only this line changes: the else becomes an else if that checks for N. Type p and nothing prints now.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Registration.java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 else if (tuitionAnswer.equals("n") || tuitionAnswer.equals("N"))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need to pay tuition first.");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else if (tuitionAnswer.equals("n") || tuitionAnswer.equals("N"))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need to pay tuition first.");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Now the else catches everything that is neither Y nor 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else if (tuitionAnswer.equals("n") || tuitionAnswer.equals("N"))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need to pay tuition first.");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System.out.println("Invalid answer. It should be Y or N.");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last branch: an answer that is neither.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Registration.java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 else if (tuitionAnswer.equals("n") || tuitionAnswer.equals("N"))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need to pay tuition first.");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System.out.println("Invalid answer. It should be Y or N.");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an invalid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with 80, then maybe.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day of the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3-1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else if per day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day starts as the not-a-day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Test it with a number that is not a day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DayOfWeek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DayOfWeek lives in DayOfWeek.java - and every other line goes inside its braces.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a number (1-7):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3-1. Ask for the number of the day.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number (1-7):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dayNumber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day = " is not a day of the week";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message for a number that is not a day. The leading space is there because the number gets printed in front of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number (1-7):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dayNumber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day = " is not a day of the week";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(dayNumber == 1)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branch per day. Seven of them.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(dayNumber ==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"Monday";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"Tuesday";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3)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"Sunday";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Seven branches to find one name. There is a neater way - after the checkpoint.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"Tuesday";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3)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(dayNumber &lt;= 7)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number that is a day gets one sentence, anything else the other. Type it exactly like this - the checkpoint shows why it is wrong.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(dayNumber &lt;=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System.out.println(day + " is day " + dayNumber + " of the week");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System.out.println(dayNumber + day);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number, then the not-a-day message.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DayOfWeek.java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a number (1-7):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dayNumber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day = " is not a day of the week";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(dayNumber ==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"Monday";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"Tuesday";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3)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(dayNumber &lt;=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System.out.println(day + " is day " + dayNumber + " of the week");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System.out.println(dayNumber + day);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DayOfWeek.java and type 0. Read it aloud. What went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Both 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&amp;&amp; means and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&lt;= 7 is true, so 0 looked like a day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range has two ends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dayNumber &gt;= 1 &amp;&amp; dayNumber &lt;= 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DayOfWeek.java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"Monday";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"Tuesday";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3)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if (dayNumber &lt;= 7)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"Tuesday";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3)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(dayNumber &gt;= 1 &amp;&amp; dayNumber &lt;= 7)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fix: a day needs both ends checked. &amp;&amp; means and - both must be true.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DayOfWeek.java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(dayNumber &gt;= 1 &amp;&amp; dayNumber &lt;= 7)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System.out.println(day + " is day " + dayNumber + " of the week");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with 0 again, then with 5.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Friday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And 5.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name of the month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3-2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switch (value) { case 1: ... break;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default: when no case matches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Twelve cases and a default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MonthName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MonthName lives in MonthName.java - and every other line goes inside its braces.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a number (1-12) for the month: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3-2: the same job as DayOfWeek, with a switch.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number (1-12) for the month: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monthNumber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month = "";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String: two double quotes with nothing between them.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switch (monthNumber)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Picks one case by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Neater than a stack of ifs when one value chooses.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number (1-12) for the month: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monthNumber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month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switch (monthNumber)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switch compares one value against many. Java jumps straight to the case that matches.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case 1: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possible value, followed by a colon.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lines run when the value matches.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number (1-12) for the month: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monthNumber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month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switch (monthNumber)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case 1: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case, a value and a colon. Its lines run when monthNumber is 1.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 the switch right now.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Java falls into the next case.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number (1-12) for the month: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monthNumber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month = "";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(monthNumber)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"January";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break leaves the switch. Without it Java carries straight on into the next case.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default: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when no case matched.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switch's safety net.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9: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"September";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10: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"October";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"November";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"December";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default: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default runs when no case matched: the switch's safety net.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10: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"October";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"November";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"December";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default: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 is not a month";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(monthNumber &gt;= 1 &amp;&amp; monthNumber &lt;= 12)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Both ends checked this time, from the start.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MonthName.java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a number (1-12) for the month: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monthNumber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month = "";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switch (monthNumber)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"January";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"February";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3: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"March";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4: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"April";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5: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"May";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6: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"June";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7: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"July";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8: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"August";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9: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"September";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10: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"October";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11: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"November";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12: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"December";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default: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 is not a month";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(monthNumber &gt;= 1 &amp;&amp; monthNumber &lt;= 12)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System.out.println(month + " is month " + monthNumber);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System.out.println(monthNumber + month);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September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MonthName.java and type 9. Then 13.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not a month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13 matches no case, so default runs.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Sharing a block (Instructor Example 3A)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int day = 5;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switch (day) {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1: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2: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3: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4: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5: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    System.out.println("Weekday");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    break;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6: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7: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    System.out.println("Weekend");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    break;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default: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    System.out.println("Invalid day");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E0A0"/>
                </a:solidFill>
                <a:latin typeface="Consolas"/>
              </a:rPr>
              <a:t>Weekday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break after case 1 to 4, so they all fall through to the same println. Leaving out break on purpose is fine; by accident it is a bug.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And: &amp;&amp;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p      q      p &amp;&amp; q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true   true  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true   false  false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false  true   false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false  false  false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True only when both sides are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Short circuit: in first &amp;&amp; second, a false first means Java never looks at second. In first || second, a true first means it never looks at second.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Not: ! (Instructor Example 3B)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boolean isTrue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System.out.println("The initial value is " + isTrue);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System.out.println("the value becomes " + !isTrue);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System.out.println("isTrue is still " + isTrue);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The initial value is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the value becomes false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isTrue is still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! gives the opposite value. It does not change the variable - there is no = anywhere.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better registration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Booleans instead of nesting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boolean per requirement, starting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set by its own if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flat check at the end, with ! and ||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BetterRegistration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BetterRegistration lives in BetterRegistration.java - and every other line goes inside its braces.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System.out.print("Please enter the student's mark (0-100):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first question as Registration.java.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isValidMark = false;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boolean for the first requirement. It starts false, so there is no else to write.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(mark &gt;= 70 &amp;&amp; mark &lt;= 100)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Both ends: at least 70 and no more than 100.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isTuitionPaid = false;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again for the second requirement.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isTuitionPaid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System.out.print("Has the student paid tuition? (Y/N):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Everyone is asked now - no nesting.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isTuitionPaid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(tuitionAnswer.equals("y") || tuitionAnswer.equals("Y"))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 or Y switches it on.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! (not)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!isValidMark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Flips true and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!isValidMark is true while isValidMark is false.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isTuitionPaid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isTuitionPaid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(!isValidMark || !isTuitionPaid)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! means not: it flips true and false. Read it aloud: if the mark is not valid, or tuition is not paid.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isTuitionPaid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isTuitionPaid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(!isValidMark || !isTuitionPaid)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student is not allowed to register.");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Otherwise both requirements are met.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BetterRegistration.java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isTuitionPaid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isTuitionPaid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(!isValidMark || !isTuitionPaid)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student is not allowed to register.");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student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not allowed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BetterRegistration.java: 90, then N. Then try 90 and 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Evaluation order (Instructor Example 3C)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boolean first = false, second = false, third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boolean result = (first = true) || (second = true) &amp;&amp; (third = true);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System.out.println(result);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System.out.println(first + ", " + second + ", " + third);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true, false, false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&amp;&amp; binds tighter, but Java still evaluates left to right: first = true makes the || true straight away, so the right side never runs and second and third stay false.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De Morgan's law (Instructor Example 3D)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boolean hasTicket = false, hasId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if (!(hasTicket &amp;&amp; hasId))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System.out.print("not(A &amp;&amp; B)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if (!hasTicket || !hasId)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System.out.println("is the same as not(A) || not(B)");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not(A &amp;&amp; B) is the same as not(A) || not(B)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Also: !(A || B) is the same as !A &amp;&amp; !B. Flip each part and swap &amp;&amp; for ||.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isOpen = true; What does System.out.println(!(!isOpen));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!true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isOpen = true; What does System.out.println(!(!isOpen));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!true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true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nots cancel out: !isOpen is false, and !false is true.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isLate = false; boolean isTired = true; boolean result = (isLate &amp;&amp; (isTired = false)); What are isLate, isTired and result?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 false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true false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false true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false true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isLate = false; boolean isTired = true; boolean result = (isLate &amp;&amp; (isTired = false)); What are isLate, isTired and result?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 false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true false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false true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false true false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isLate is false, so &amp;&amp; stops there - the assignment isTired = false never runs. result is false.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isRaining = false; boolean isCold = true; boolean result = isCold || (isRaining = true); What are isRaining and result?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true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false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true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isRaining = false; boolean isCold = true; boolean result = isCold || (isRaining = true); What are isRaining and result?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 true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true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false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true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isCold is true, so || already knows the answer and skips the right side. isRaining stays false.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switch case has no break, and its value matches. What happens?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next case's lines run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Only that case runs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default runs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switch case has no break, and its value matches. What happens?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next case's lines run too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Only that case runs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default runs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break, Java falls through into the following case until it meets a break or the end of the switch.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