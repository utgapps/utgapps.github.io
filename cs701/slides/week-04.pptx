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Choices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value, several fixed choices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case 1: runs when mode is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break leaves the switch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default catches anything else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nextInt() leaves the Enter behind - clear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System.out.print("Pick a mode - 1 easy, 2 normal, 3 hard: 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name. Ask for a mode.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nextInt()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int mode = input.nextInt();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Reads a whole number.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 leaves the Enter key behind - clear it with input.nextLine().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int mode = input.nextInt();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nextInt reads a whole number.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input.nextLine();   // nextInt leaves the Enter key behind, so eat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Throw away the Enter that nextInt left behind. The comment says why.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switch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switch (mode)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Picks one case by value.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Neater than a stack of ifs when one value chooses.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switch (mode)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Choose by the value of mode.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case 1: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One possible value, followed by a colon.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Its lines run when the value matches.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case 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mode is 1...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maxGuesses = 8;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...easy: eight guesses.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break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break;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Leave the switch (or loop) right now.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Forget it in a switch and Java falls into the next case.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break;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Done - leave the switch.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case 2: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mode is 2...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27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28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29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31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    maxGuesses = 6;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...normal: six.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Leave the switch.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If mode is 3...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maxGuesses = 4;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...hard: four.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4;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Leave the switch.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default: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Runs when no case matched.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switch's safety net.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4;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default: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Anything else...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4;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default: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System.out.println("No mode " + mode + " - normal it is.");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...says so, and keeps the normal six.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case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maxGuesses = 4;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default: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    System.out.println("No mode " + mode + " - normal it is.");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switch.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System.out.print("Pick a mode - 1 easy, 2 normal, 3 hard: 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int mode = input.nextInt();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input.nextLine();   // nextInt leaves the Enter key behind, so eat it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switch (mode)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maxGuesses = 8;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maxGuesses = 6;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case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maxGuesses = 4;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break;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default: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System.out.println("No mode " + mode + " - normal it is.");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if case 1 has no break?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falls through and runs case 2's lines too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Nothing - break is optional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program stops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happens if case 1 has no break?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falls through and runs case 2's lines too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will not compile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Nothing - break is optional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The program stops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Without break, Java carries on into the next case. Easy would set 8, then 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Quitting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|| means 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second boolean remembers giving up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quit or q both work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Only one side of || needs to be true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45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46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boolean won = false;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47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boolean gaveUp = false;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second boolean: nobody has given up yet.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|| (or)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guess.equals("quit") || guess.equals("q")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True if either side is true.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Only one side has to be.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(guess.equals("quit") || guess.equals("q"))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Below the guess. quit or q - either 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(guess.equals("quit") || guess.equals("q"))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gaveUp = true;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Remember that the player gave up.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51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(guess.equals("quit") || guess.equals("q"))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gaveUp =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Close the if.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51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(guess.equals("quit") || guess.equals("q"))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gaveUp = true;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Three endings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if / else if / else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Checked top to bottom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first true condition wins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Exactly one block runs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else 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JAVA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} else if (gaveUp) {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Another condition in the same chain.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Checked only if everything above it was false.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first true condition wins.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(won)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System.out.println("You found it!");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 else if (gaveUp) {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middle case: checked only if they did not win.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Main.java   -   line 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6D8C97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if (won)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    System.out.println("You found it!");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} else if (gaveUp)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System.out.println("You gave up. The word was " + secretWord + ".");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Show the word to someone who gave up.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Main.java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59  </a:t>
            </a:r>
            <a:r>
              <a:rPr sz="1800">
                <a:solidFill>
                  <a:srgbClr val="7FE0A0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60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if (won)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61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System.out.println("You found it!");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62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 else if (gaveUp)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63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System.out.println("You gave up. The word was " + secretWord + ".");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64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 else {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    System.out.println("Not this time. The word was " + secretWord + ".");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66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pick a mode, then quit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RUN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Run it, pick hard, and type quit. Then run it again and try mode 7.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Run in the classroom editor, or Ctrl+Enter.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Show a sample run in the web deck to compare.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and, or,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&amp;&amp;   ||   !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&amp;&amp; - both sides must be true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|| - either side will do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! - flips true and false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day &gt;= 1 &amp;&amp; day &lt;= 7 checks both ends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