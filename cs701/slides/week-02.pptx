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Numbers and names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 is a named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type  name  =  value;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 holds a whole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 holds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type comes first, and Java holds you to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// The numbers the whole game is built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the title. A comment for the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 maxGuesses = 6;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 name  =  value;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the name anywhere after this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final int WORD_LENGTH = 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constant: once set, it can never change.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refuses to compile a line that tries.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Constants are named in CAPITALS.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 maxGuesses = 6;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whole number: 5, 0, -12.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decimal point, no quotes.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numbers the whole game is built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final int WORD_LENGTH = 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constant: the word is always 5 letters. final means it can never 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numbers the whole game is built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final int WORD_LENGTH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maxGuesses = 6;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How many guesses you get. Not final - week 4 changes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// The numbers the whole game is built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final int WORD_LENGTH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maxGuesses = 6;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Variables that work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Say a number once, use it everywhere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* multiplies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joins text and numbers into one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maxGuesses and every line that uses it follows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WORD_LENGTH * maxGuesses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 -  *  /  and  % (the remainder).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* and / happen before + and -.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int divided by an int throws the fraction away.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lettersToType = WORD_LENGTH * maxGuesses;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new number worked out from the other two. * multiplies.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"You get " + maxGuesses + " guesses"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Once either side of + is a String, + joins.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works left to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Brackets make a sum happen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lettersToType = WORD_LENGTH * maxGuesses;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System.out.println("You get " + maxGuesses + " guesses at a " + WORD_LENGTH + "-letter word.");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+ joins text and numbers into one line. Watch the spaces inside the quotes.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lettersToType = WORD_LENGTH * maxGuesses;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System.out.println("You get " + maxGuesses + " guesses at a " + WORD_LENGTH + "-letter word.");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System.out.println("That is up to " + lettersToType + " letters of typing.");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worked-out number, joined into a sentence.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lettersToType = WORD_LENGTH * maxGuesses;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System.out.println("You get " + maxGuesses + " guesses at a " + WORD_LENGTH + "-letter word.");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System.out.println("That is up to " + lettersToType + " letters of typing.");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System.out.println("5" + 5 + 5);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510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555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System.out.println("5" + 5 + 5);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510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555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works left to right: "5" + 5 is "55", then "555". Once a String is involved, + joins.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+ means two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"5" + 5 + 5  versus  5 + 5 + "5"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works left to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Once one side is a String, + joins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"5" + 5 + 5 prints 555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 + 5 + "5" prints 105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game knows its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Under the title you should see how many guesses you get and how much typing that could be.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maxGuesses to 10 and run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WORD_LENGTH = 6; and read the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 them both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