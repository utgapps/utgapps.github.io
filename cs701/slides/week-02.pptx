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Numbers and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Hours in a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1-3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First as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with an int variable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multiplied by the number of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HoursInDay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HoursInDay lives in HoursInDay.java - and every other line goes inside its braces.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24 hours in a day");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1-3a: only a string literal. The 24 is just text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HoursInDay.java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24 hours in a day");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HoursInDay.java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System.out.println("There are 24 hours in a day");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take the old one out; the new version is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hoursInDay = 24;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Task 1-3b: the 24 moves into an int variable.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hoursInDay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hoursInDay + " hours in a day");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Join the text, the variable and more text. Mind the spaces inside the quotes.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HoursInDay.java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hoursInDay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hoursInDay + " hours in a day");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Integer division and modulus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System.out.println(10 /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System.out.println(10 % 3);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 int divided by an int is an int: the fraction is thrown away. % gives the remainder: 10 is 3 threes, with 1 left 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 expression works out to one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 -  *  /  and  % (the remainder)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* / % happen before + -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whole right side is worked out, then stored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hoursInDay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numberOfDays = 7;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Just below hoursInDay: a second variable for the days.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Arithmetic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hoursInDay * numberOfDays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 -  *  /  and  % (the remainder).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* and / happen before + and -.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int divided by an int throws the fraction away.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HoursInDay.java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hoursInDay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numberOfDays = 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System.out.println("There are " + hoursInDay + " hours in a day");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hoursInDay * numberOfDays + " hours in " + numberOfDays + " days");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end of main. * multiplies, and it happens before the joining - multiplication comes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HoursInDay.java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HoursInDay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hoursInDay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numberOfDays = 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hoursInDay + " hours in a day");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hoursInDay * numberOfDays + " hours in " + numberOfDays + " days");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HoursInDay.java. The second line is worked out, not typed.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Constants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final double PI_VALUE = 3.14159;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final double EARTH_RADIUS = 6371.0;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PI_VALUE = 3;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error: cannot assign a value to final variable PI_VALUE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final seals the box. The first two lines are fine; the third will not compile.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1-4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constant can never change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Named in CAPITALS_WITH_UNDERSCORES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totalHours holds the result of an expression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HoursInWeek.java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HoursInWeek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HoursInWeek lives in HoursInWeek.java - and every other line goes inside its braces.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HoursInWeek.java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HoursInWeek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final int HOURS_IN_DAY = 24;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constant: once set, it can never change.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Java refuses to compile a line that tries.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Constants are named in CAPITALS.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HoursInWeek.java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HoursInWeek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final int HOURS_IN_DAY = 24;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Student Task 1-4. final seals the box: once set, the value can never change. Constants are written in CAPITALS with underscores.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HoursInWeek.java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HoursInWeek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final int HOURS_IN_DAY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final int NUMBER_OF_DAYS = 7;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constant.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HoursInWeek.java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HoursInWeek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final int HOURS_IN_DAY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final int NUMBER_OF_DAYS = 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totalHours = HOURS_IN_DAY * NUMBER_OF_DAYS;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variable can hold the result of an expression. The right side is worked out first, then stored.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HoursInWeek.java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HoursInWeek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final int HOURS_IN_DAY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final int NUMBER_OF_DAYS = 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totalHours = HOURS_IN_DAY * NUMBER_OF_DAYS;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totalHours + " hours in " + NUMBER_OF_DAYS + " days");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the stored result.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HoursInWeek.java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HoursInWeek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final int HOURS_IN_DAY = 24;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final int NUMBER_OF_DAYS = 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totalHours = HOURS_IN_DAY * NUMBER_OF_DAYS;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System.out.println("There are " + totalHours + " hours in " + NUMBER_OF_DAYS + " days");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Precedence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Brackets first, then * / %, then + -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Innermost brackets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rank: left to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Predict before you run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MysteryNumber.java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MysteryNumber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MysteryNumber lives in MysteryNumber.java - and every other line goes inside its braces.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MysteryNumber.java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MysteryNumber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MysteryNumber.java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MysteryNumber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mysteryNumber = ((10 * 3) / 5) - 2;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Before you run it: what will it be? Brackets first, innermost first - 30, then 6, then 4.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MysteryNumber.java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MysteryNumber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mysteryNumber = ((10 * 3) / 5) - 2;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System.out.println("Mystery number is " + mysteryNumber);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Run it and check your prediction.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MysteryNumber.java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MysteryNumber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mysteryNumber = ((10 * 3) / 5) - 2;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System.out.println("Mystery number is " + mysteryNumber);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Changing a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Instructor Example 1D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counter = counter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counter +=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counter++ and counter--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Counter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Counter lives in Counter.java - and every other line goes inside its braces.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counter = 0;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Instructor Example 1D, typed. A counter that starts at 0.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counter =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System.out.println(counter);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it after every change.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counter =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counter = counter + 1;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variable can change its own value: work out counter + 1, then store it back in counter.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counter =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counter = counter + 1;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counter +=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thing, shorter: a compound assignment. There are -=, *=, /= and %= too.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counter++;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Adds one to a variable.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counter++ is short for counter = counter + 1.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counter =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counter = counter + 1;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counter +=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counter++;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Shorter still: ++ adds exactly one. The increment operator.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Counter.java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counter = counter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counter +=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counter--;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-- takes one away: the decrement operator.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Counter.java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Counter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counter =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counter = counter + 1;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counter +=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counter++;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counter--;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System.out.println(counter);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Counter.java. Did your five predictions match?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 count = 3; count++; System.out.println(count++); What prints?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 count = 3; count++; System.out.println(count++); What prints?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4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count++ on its own line makes count 4. println(count++) prints the value first (4) and adds one afterwards.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10 / 4 * 6 % 10 in Java?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10 / 4 * 6 % 10 in Java?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Left to right, all the same rank: 10 / 4 is 2 (integer division), 2 * 6 is 12, 12 % 10 is 2.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 first = "abc"; String second = "4"; int number = 5; What does first + second + number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abc9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abc4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abc45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String first = "abc"; String second = "4"; int number = 5; What does first + second + number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abc9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abc4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abc45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Once the left side is a String, every + joins: "abc" + "4" is "abc4", then + 5 is "abc45".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of these is NOT a primitive type?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String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float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char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of these is NOT a primitive type?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String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float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char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String is a class - that is why it has a capital S. The eight primitives are byte, short, int, long, float, double, char and boolean.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keyword makes a constant?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static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const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final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immutable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keyword makes a constant?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static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const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final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immutable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final. const is reserved in Java but does nothing.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type holds a number with a fractional part?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double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char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boolean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type holds a number with a fractional part?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double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char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boolean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double - a number with a decimal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