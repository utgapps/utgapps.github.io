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Decimals and a goodbye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2 / 3 is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Integer division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Two ints divide into an int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fraction is thrown away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Cast first: (double) gamesWon / gamesPlayed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goodbye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After the round loop: it runs once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Cast before dividing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printf: %.1f is one decimal place, %% is 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double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double winRate = 66.7;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number with a decimal point.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 it when a fraction matters.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(double) gamesWon / gamesPlayed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Changes a value's type for one use.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(double) before a division keeps the fraction.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(int) cuts a fraction off - it does not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167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double winRate = (double) gamesWon / gamesPlayed * 100;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After the round loop. Cast first so the fraction survives.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168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winRate = (double) gamesWon / gamesPlayed * 100;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System.out.println("Thanks for playing, " + playerName + "!");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Thank the player by name.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169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winRate = (double) gamesWon / gamesPlayed * 100;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System.out.println("Thanks for playing, " + playerName + "!");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System.out.println("You played " + gamesPlayed + " and won " + gamesWon + ".");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record.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printf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System.out.printf("%.1f%%%n", winRate);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Prints with a pattern.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%.1f: a decimal to one place. %d: a whole number. %s: a String.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%% prints % and %n ends the 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Main.java   -   line 170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double winRate = (double) gamesWon / gamesPlayed * 100;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System.out.println("Thanks for playing, " + playerName + "!");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System.out.println("You played " + gamesPlayed + " and won " + gamesWon + ".");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170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System.out.printf("That is %.1f%% of your games.%n", winRate);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%.1f prints winRate to one decimal place; %% is a percent sign.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Main.java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166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double winRate = (double) gamesWon / gamesPlayed * 100;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System.out.println("Thanks for playing, " + playerName + "!");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System.out.println("You played " + gamesPlayed + " and won " + gamesWon + ".");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170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System.out.printf("That is %.1f%% of your games.%n", winRate);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gamesWon is 1 and gamesPlayed is 2. What is gamesWon / gamesPlayed?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0.5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50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gamesWon is 1 and gamesPlayed is 2. What is gamesWon / gamesPlayed?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0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0.5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50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An int divided by an int is an int - the .5 is thrown away. That is why the cast comes first.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your win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it. Win one round and quit the next, then answer 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printf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One value per pattern, in order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%d  a whole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%.2f  a decimal to two places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%s  a String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%n  end the 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