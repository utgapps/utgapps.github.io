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Predict on paper, then prove it in Java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Eight questions from the first ten weeks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Write your answer before anyone runs anything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Java has the last 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print and println?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print moves to a new line; println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println prints numbers, print prints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There is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println moves to a new line after printing; print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print and println?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print moves to a new line; println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println prints numbers, print prints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There is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println moves to a new line after printing; print does not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why prompts use print: the answer is typed on the same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one will not compile?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double average = 7;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int total = (int) 7.5;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double average = 7.5;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int total = 7.5;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one will not compile?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double average = 7;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int total = (int) 7.5;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double average = 7.5;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int total = 7.5;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double to an int would lose the fraction, so Java insists on a 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 n = 0; if (n != 0 &amp;&amp; x / n &gt; 100) prints statement 1, else statement 2. What prints?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Statement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crashes: division by zero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Statement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 n = 0; if (n != 0 &amp;&amp; x / n &gt; 100) prints statement 1, else statement 2. What prints?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Statement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crashes: division by zero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Statement 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 != 0 is false, so &amp;&amp; stops there and x / n is never worked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Two ints divide first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13 / 5          2    (whole numbers)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stored as       2.0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13/5 =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double only receives the answer; the division already happened with ints. 13.0 / 5 would give 2.6.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Division and precedence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Questions 4 and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Predict, then run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13 / 5 in a double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13 - 3 * 6 / 4 %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ReviewCheck.java,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ReviewCheck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ReviewCheck, the file's name without .java.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double answer = 13 / 5;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Question 4. 13 and 5 are both ints, so they divide as whole numbers first - 2 - and only then is 2 stored as a double.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System.out.println("13/5 = " + answer);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So this prints 2.0, not 2.6.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System.out.println(13 - 3 * 6 / 4 % 3);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Question 5. * / % go left to right before -: 3 * 6 is 18, 18 / 4 is 4, 4 % 3 is 1, and 13 - 1 is 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ReviewCheck.java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questions 4 and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ReviewCheck.java. Were your predictions right?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And, or,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Question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&amp;&amp; is true when both sides are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|| when either side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 flips true and false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System.out.println((5 &gt; 3) &amp;&amp; (8 &lt; 10));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Question 6. True and true.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System.out.println((5 &gt; 3) || (8 &lt; 5));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True or false.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System.out.println(!(5 == 3));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 false.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ReviewCheck.java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All three are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triangle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Question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rows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inner loop starts at row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row is one star shorter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row = 0; row &lt; 4; row++)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Question 7. Four rows.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column = row; column &lt; 4; column++)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inner loop starts at row, so each row is one star shorter than the last.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row; column &lt; 4;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End the row.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ReviewCheck.java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ReviewCheck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column = row; column &lt; 4;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Does the triangle match what you drew?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little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Question 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Rows 1 and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Columns 1 to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cell is row * column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row; column &lt; 4;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row = 1; row &lt;= 2; row++)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Question 8. Two rows, 1 and 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double answer = 13 / 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row; column &lt; 4;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1; row &lt;= 2;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column = 1; column &lt;= 3; column++)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columns, 1 to 3.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System.out.println("13/5 = " + answer);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System.out.println(13 - 3 * 6 / 4 % 3);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row; column &lt; 4;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1; row &lt;= 2;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1; column &lt;= 3;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System.out.print(row * column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row times the column, and a space.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ReviewCheck.java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&amp;&amp; (8 &lt; 10));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System.out.println((5 &gt; 3) || (8 &lt; 5));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System.out.println(!(5 == 3));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0; row &lt; 4;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row; column &lt; 4;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1; row &lt;= 2;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1; column &lt;= 3;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System.out.print(row * column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End the row.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ReviewCheck.java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row = 1; row &lt;= 2;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column = 1; column &lt;= 3;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System.out.print(row * column + "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The last two lines are the answer to question 8.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double answer = 17 / 4; hold?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4.25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4.0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double answer = 17 / 4; hold?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4.25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4.0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17 / 4 is 4 with whole numbers, then stored as 4.0.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20 - 4 * 6 / 5 %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20 - 4 * 6 / 5 %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19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 * 6 is 24, 24 / 5 is 4, 4 % 3 is 1, and 20 - 1 is 19.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(3 &gt; 2) &amp;&amp; !(4 == 4)?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(3 &gt; 2) &amp;&amp; !(4 == 4)?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left side is true, but !(4 == 4) is false, and &amp;&amp; needs both.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the triangle, row and column both go up to 5 instead of 4. How many stars in the last row?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the triangle, row and column both go up to 5 instead of 4. How many stars in the last row?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last row starts at column 4 and stops before 5: one star.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