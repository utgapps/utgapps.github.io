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trail behind the blade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has the blade been?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Trail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Uses slicer.png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Lasts ten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trail's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sprite('slicer.png')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white dot as the slicer.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Ten loops to live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Ten loops to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down, then 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Run out?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this piece of trail.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Trail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Drop a trail while clicking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mouse_is_pressed('left'):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Holding the button?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 = Trail()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piece of trail...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my x...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trail.x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my 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 = Trail()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trail.y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hold the button while you move. A short trail of dots follows the blade.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Shrink as it goes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 is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self.scaleX -= 0.1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 1 is the picture as you drew it; 0.5 is half; 0 is nothing.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is the width and scaleY the height.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-= 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little narrower...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Trail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self.scaleX -= 0.1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-= 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a little shorter.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Trail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-= 0.1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-= 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must the fruit keep its kind in self.tag, not just tag?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tag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 slicer can read it as fruitHit.tag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must the fruit keep its kind in self.tag, not just tag?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tag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the slicer can read it as fruitHit.tag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change its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without self. lives only inside Fruit start.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scale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size you drew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Twice the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Upside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 - too small to see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scale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size you drew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Twice the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Upside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Nothing - too small to see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full size, 0.5 half, 0 nothing.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fast swipe leave gaps in the trail?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timer is too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picture is too small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a bug in the editor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trail is made each loop, and the mouse moves far between loops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 fast swipe leave gaps in the trail?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timer is too short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picture is too small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a bug in the editor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trail is made each loop, and the mouse moves far between loops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Week 10 fills the gaps.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swipe slowly. The trail tapers to a point behind the blade.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Swipe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Gaps in the trail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dot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Fast mouse, big gaps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Week 10 fills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