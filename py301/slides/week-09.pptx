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minute on the clock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is a minute?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60 loops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x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3600 loops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clock starts full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game.timeLeft = 3600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minute of loops: 60 times 60.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game.timeLeft = 3600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 = text('60', -600, 330)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Write 60 in the top left.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game.timeLeft = 3600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self.timeText = text('60', -600, 330)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self.timeText.color = 'red'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game.timeLeft = 3600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self.timeText = text('60', -600, 330)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self.timeText.color = 'red'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self.timeText.fontSize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Smaller than the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game.timeLeft = 3600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 = text('60', -600, 330)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self.timeText.color = 'red'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self.timeText.fontSize =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Loops into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/ and int()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3599 / 60 is 59.98...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int() cuts it to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down, and show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game.timeLeft -=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loop less.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int() cuts to a whole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str(int(game.timeLeft / 60))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int(59.98) is 59: everything after the point is cut off.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does not round - int(7.9) is 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/ divides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game.timeLeft /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3600 / 60 is 60. * multiplies.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Dividing can leave a part after the point: 3599 / 60 is 59.98...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game.timeLeft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self.timeText.text = str(int(game.timeLeft / 60))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Loops into whole seconds, as words.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game.timeLeft -=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self.timeText.text = str(int(game.timeLeft / 60))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A red 60 in the top left counts down, one a second, and keeps going below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second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End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says what you scored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game over screen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self.gameOverText = text('Game Over', -300, 150)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Say the game is over...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self.gameOverText = text('Game Over', -300, 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self.gameOverText.fontSize = 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...very big.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self.gameOverText = text('Game Over', -300, 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self.gameOverText.fontSize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self.finalScoreText = text('Your final score is: ' + str(game.score), -330, -50)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Join the words and the score.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End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self.gameOverText = text('Game Over', -300, 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self.gameOverText.fontSize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self.finalScoreText = text('Your final score is: ' + str(game.score), -330, -50)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self.finalScoreText.fontSize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Not quite so big.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self.gameOverText = text('Game Over', -300, 150)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self.gameOverText.fontSize = 120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self.finalScoreText = text('Your final score is: ' + str(game.score), -330, -50)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self.finalScoreText.fontSize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Time is 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game.timeLeft &lt;=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Time run out?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game.timeLeft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set_room('End')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to the End room.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game.timeLeft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set_room('End')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does a piece of trail last with self.timer = 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Ten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Ten loops - a sixth of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long does a piece of trail last with self.timer = 10?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Ten seconds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For 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Ten loops - a sixth of a second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less every loop; at 0 it is gone.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int(7.9)?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7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7.9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79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int(7.9)?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7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8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7.9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79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int() cuts off everything after the point.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one minute?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3600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many loops is one minute?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600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3600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1000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60 loops a second, 60 seconds.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Slice some fruit and wait out the minute. Game Over appears with your score.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