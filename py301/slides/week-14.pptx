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Shake, and speed 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Game feel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camera shake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Move the camera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seems to jolt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Bring in random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Explosion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import random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TOP: bring in Python's random toolbox.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Jolt the camera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Explosion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shakeX = random.randint(-30, 30)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Somewhere up to 30 left or right...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Explosion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shakeX = random.randint(-30, 30)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shakeY = random.randint(-30, 30)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up to 30 up or 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set_camera(shakeX, shakeY)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set_camera(x, y) points the screen at another spot.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(0, 0) looks at the middle, where it starts.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Explosion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shakeX = random.randint(-30, 30)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shakeY = random.randint(-30, 30)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set_camera(shakeX, shakeY)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Point the camera there.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Explosion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shakeX = random.randint(-30, 30)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shakeY = random.randint(-30, 30)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set_camera(shakeX, shakeY)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jolt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slice a bomb. The screen shakes - and stays a little off when it stops.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Put the camera 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Explosion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self.timer -=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self.timer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set_camera(0, 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put the camera back on the middle...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Faster as you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self.spawnTime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100 loops at the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Less and less as you score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ladder of speeds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game.score &lt; 5: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Under 5 points?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game.score &lt; 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self.spawnTime =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fruit every 100 loops.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game.score &lt; 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self.spawnTime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elif game.score &lt; 20: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Otherwise, under 20?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game.score &lt; 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self.spawnTime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elif game.score &lt; 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self.spawnTime =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Every 60.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game.score &lt; 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self.spawnTime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elif game.score &lt; 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self.spawnTime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elif game.score &lt; 30: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Otherwise, under 30?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game.score &lt; 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self.spawnTime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elif game.score &lt; 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self.spawnTime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elif game.score &lt; 30: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self.spawnTime =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Every 30.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game.score &lt; 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self.spawnTime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elif game.score &lt; 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self.spawnTime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elif game.score &lt; 30: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self.spawnTime =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else: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30 or more...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Spawner loop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game.score &lt; 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self.spawnTime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elif game.score &lt; 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self.spawnTime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elif game.score &lt; 30: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self.spawnTime =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self.spawnTime =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...every 15.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Spawner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game.score &lt; 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self.spawnTime = 100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elif game.score &lt; 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self.spawnTime = 60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elif game.score &lt; 30: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self.spawnTime = 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self.spawnTime =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one Splash class and not four?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Python allows only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Four would be slower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They only differ in their picture, built from the tag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Splash is a special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one Splash class and not four?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Python allows only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Four would be slower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They only differ in their picture, built from the tag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Splash is a special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class with a chosen picture beats four copies.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set_camera(0, 0) before destroy(self)?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shake more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destroy the camera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not needed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put the view back - or it stays shifted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set_camera(0, 0) before destroy(self)?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shake more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destroy the camera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is not needed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put the view back - or it stays shifted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Nothing else puts the camera back.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Score is 20. What is spawnTime?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Score is 20. What is spawnTime?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Not &lt; 5, not &lt; 20, but &lt; 30 - the first yes.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feel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Bombs shake the screen and it settles back. Score 20 and the fruit comes much faster.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