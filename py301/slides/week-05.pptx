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The slicer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Find it yourself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The documentation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Make the Slicer class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Draw slicer.png - 30 x 30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How do you read the mouse?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The slicer's picture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Slicer start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self.image = sprite('slicer.png')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Use the white dot you drew.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Make the slicer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 start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self.slicer = Slicer()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Build the slicer.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Follow the mouse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Where is the mouse?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PIXELPAD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self.x = mouse_x()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mouse_x() and mouse_y() give back the mouse's x and y, right now.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In loop, they are asked again sixty times a second.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Slicer loop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self.x = mouse_x()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Go to the mouse's x...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Slicer loop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self.x = mouse_x()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self.y = mouse_y()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...and its 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Slicer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self.x = mouse_x()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self.y = mouse_y()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a blade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 and move the mouse over the game. The white dot follows it.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number every class can reach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game.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self. belongs to one object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game. is reached from every class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The score, on the screen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game. reaches the Game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PIXELPAD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game.score += 1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Game class is made once and lasts the whole game.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From any class, game. reaches it - the place for the score and the clock.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 start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game.score =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No points yet - kept in game. so every class can reach 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text() writes on the screen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PIXELPAD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self.scoreText = text('0', 0, 350)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text('0', 0, 350) puts the words '0' on the screen, its top left corner at x 0, y 350.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Change its .text and the words on the screen change.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 start   -   line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game.score = 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self.scoreText = text('0', 0, 350)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Write 0 near the top of the screen.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The dot reaches inside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trail.x = self.x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trail.x means: the x that belongs to trail - that trail's x.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dot lets one object change another.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Size and colour of words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DRAWING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self.timeText.color = 'red'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.fontSize is how big the text is; 30 to start with.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.color is its colour, like 'red'.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 start   -   line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game.score = 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self.scoreText = text('0', 0, 350)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self.scoreText.fontSize = 80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Big.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Play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game.score = 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self.scoreText = text('0', 0, 350)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self.scoreText.fontSize = 80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Touching a fruit?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get_collision - are they touching?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PIXELPAD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fruitHit = get_collision(self, 'Fruit')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get_collision(self, 'Fruit') gives back the fruit you touch, or False.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An if treats the fruit as yes and False as no.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name for right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fruitHit = get_collision(self, 'Fruit')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name with no self. in front lives only inside this start or loop.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Use it for a value you need right here and nowhere else.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Slicer loop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fruitHit = get_collision(self, 'Fruit')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Which fruit am I touching, if any?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Slicer loop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fruitHit = get_collision(self, 'Fruit')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if fruitHit: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Touching one?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Slicer loop   -   line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fruitHit = get_collision(self, 'Fruit')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if fruitHit: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    game.score +=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point...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Slicer loop   -   line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fruitHit = get_collision(self, 'Fruit')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if fruitHit: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game.score +=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    destroy(fruitHit)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...and the fruit is gone.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Slicer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fruitHit = get_collision(self, 'Fruit')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if fruitHit: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    game.score +=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    destroy(fruitHit)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Show the score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str() turns a number into words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self.scoreText.text = str(game.score)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+ can add two numbers or join two pieces of words - not one of each.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str(game.score) turns 3 into '3'.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 loop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self.scoreText.text = str(game.score)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Show the score, as words.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fruit is at y -400. Is it destroyed by if self.y &lt; -500?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Yes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No - -400 is not less than -500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Only if it is falling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is an error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fruit is at y -400. Is it destroyed by if self.y &lt; -500?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Yes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No - -400 is not less than -500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Only if it is falling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is an error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-400 is above -500.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get_collision(self, 'Fruit') give back?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True or False only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How many fruit you touch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The fruit you touch, or False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The slicer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get_collision(self, 'Fruit') give back?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True or False only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How many fruit you touch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The fruit you touch, or False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The slicer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 gives the fruit itself, so you can destroy it.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is the score game.score and not self.score?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self. is not allowed in a room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It is shorter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The slicer changes it and the room shows it - both can reach game.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game. is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is the score game.score and not self.score?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self. is not allowed in a room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It is shorter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The slicer changes it and the room shows it - both can reach game.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game. is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self. belongs to one object; game. is reached from every class.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slice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 and touch a fruit with the mouse. It vanishes and the score at the top goes up.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