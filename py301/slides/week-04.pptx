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Never the same twice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Too predictable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Random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Where it starts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How high it goes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Which way it drifts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Bring in random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import brings in a toolbox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import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import random gives this code Python's random number tools.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goes at the very top of the code that uses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TOP: bring in Python's random toolbox.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random height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Fruit start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self.y = -400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self.velocityY =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the speed is picked at random. Take it out; the new line goes in its place.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random.randint() picks a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self.x = random.randint(-500, 500)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random.randint(-500, 500) picks a whole number from -500 to 500.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Both ends can be picked, and it is a different one each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self.y = -400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self.velocityY = random.randint(25, 35)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a speed from 25 to 35, different every fruit.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Fruit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-400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self.velocityY = random.randint(25, 35)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random place and drift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random.randint(-500, 500)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Anywhere from -500 to 500 across.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self.x = random.randint(-500, 500)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self.velocityX = random.randint(-3,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Drift left, right, or not at all.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Fruit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random.randint(-500, 500)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self.velocityX = random.randint(-3,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Drift sideways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self.x += self.velocityX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Move sideways by the drift.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scatter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Every fruit starts somewhere new, goes a different height and drifts its own way.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do the fruit go?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Down for 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still runs its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Hundreds of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game slows down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Gone when it has fallen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-500: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Fallen off the bottom?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destroy() removes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destroy(fruitHit)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destroy(fruitHit) takes the fruit you sliced out of the game.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destroy(self) removes the object whose code is running.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&lt; -500: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Remove this fruit.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Fruit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-500: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self.visible = False do to the spawner?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Stops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Removes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Hides it - it still runs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Makes it see-through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self.visible = False do to the spawner?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Stops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Removes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Hides it - it still runs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Makes it see-through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invisible object still runs its start and loop.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can random.randint(1, 3) give you?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1, 2 or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 or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Any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0, 1, 2 or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can random.randint(1, 3) give you?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1, 2 or 3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 or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Any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0, 1, 2 or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Both ends can be picked.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destroy a fruit that falls off the bottom?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would come back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costs a point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Python needs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still runs its loop - hundreds would slow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destroy a fruit that falls off the bottom?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would come back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costs a point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Python needs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still runs its loop - hundreds would slow the game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object nobody can see still costs time sixty times a second.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tidy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Nothing looks different - but every fruit is now removed once it falls off the bottom.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