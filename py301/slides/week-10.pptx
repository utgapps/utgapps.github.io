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smooth slash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Fill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Where it was, where it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fast swipe leaves gaps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Remember where it was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Work out how far it moved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was 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previousX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where I am, before I move...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previousX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previousY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...across and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previousX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previousY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far did I move?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speedX = self.x - previousX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How far across I moved this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speedX = self.x - previousX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speedY = self.y - previousY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How far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speedX = self.x - previousX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speedY = self.y - previousY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Twenty times, without twenty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step in range(20):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its lines 20 times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step is 0, 1, 2 ...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step / 20 is 0 to 0.95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trail all along the swipe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Slicer loop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trail.x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trail.y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each trail goes a step along the swipe. Take them out; the new ones go in their place.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repeats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step in range(20):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 step in range(20): runs the lines under it 20 times.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step counts 0, 1, 2 ... 19 as it goes.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for step in range(20):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twenty times, step going 0 to 19...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for step in range(20):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 = Trail()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piece of trail...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for step in range(20):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trail.x = previousX + speedX * step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...a step further along from where I was...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for step in range(20):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trail.x = previousX + speedX * step / 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trail.y = previousY + speedY * step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...across and 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for step in range(20):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trail.x = previousX + speedX * step / 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trail.y = previousY + speedY * step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'Your final score is: ' + str(game.score) need str()?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round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+ can not join words and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red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'Your final score is: ' + str(game.score) need str()?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round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+ can not join words and a number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red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sides of + must be words to join them.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numbers does step take in for step in range(3):?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1, 2 and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0, 1 and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0, 1, 2 and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numbers does step take in for step in range(3):?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1, 2 and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0, 1 and 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0, 1, 2 and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range(3) counts from 0, three times.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previousX kept at the very top of Slicer loop?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the slicer moves, so it is where it WAS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the slicer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previousX kept at the very top of Slicer loop?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the slicer moves, so it is where it WAS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the slicer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Kept after the move, it would be the same as self.x.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smooth slash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swipe as fast as you can. The trail is one smooth line, with no gaps.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