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Splash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Four 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600 x 300 - 2 rows of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orangeSplash, watermelonSplash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eggplantSplash, pearSplash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Copy one and recolour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Building the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'pear' + 'Splash.png'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is 'pearSplash.png'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class, any fruit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Pick the sheet from the tag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Splash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splashSheet = sprite(game.splashTag + 'Splash.png', 2,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sliced fruit's sheet: 2 rows of 4 frames.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Splash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splashSheet = sprite(game.splashTag + 'Splash.png', 2, 4)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splashAnimation = animation(splashSheet, 35, 0,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Play frames 0 to 7, 35 a second...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Splash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splashSheet = sprite(game.splashTag + 'Splash.png', 2, 4)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splashAnimation = animation(splashSheet, 35,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animation_set(self, splashAnimation)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...on this splash.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Splash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splashSheet = sprite(game.splashTag + 'Splash.png', 2, 4)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splashAnimation = animation(splashSheet, 35,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animation_set(self, splashAnimation)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Just long enough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Splash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=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Sixteen loops to live.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Then 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Splash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-=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loop less.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Splash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-=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self.timer &lt;=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Run out?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Splash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-=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Remove this splash.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Splash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self.timer -=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Leave the tag, then splash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explosion = Explosion()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explosion.x = fruitHit.x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explosion.y = fruitHit.y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game.score +=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game.splashTag = fruitHit.tag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...leave its kind for the splash FIRST...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 = Explosion()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game.score +=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game.splashTag = fruitHit.tag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splash = Splash()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...then make the splash...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 = Explosion()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game.score +=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game.splashTag = fruitHit.tag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 = Splash()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splash.x = fruitHit.x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...where the fruit is across...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 = Explosion()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game.score +=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game.splashTag = fruitHit.tag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 = Splash()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splash.y = fruitHit.y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up.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Slicer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explosion = Explosion()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explosion.x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explosion.y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game.score +=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game.splashTag = fruitHit.tag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splash = Splash()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splash.x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splash.y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    destroy(fruitHit)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animation(sheet, 20, 0, 4) - how many frames does it play?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24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animation(sheet, 20, 0, 4) - how many frames does it play?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5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24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0, 1, 2, 3 and 4.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game.splashTag is 'orange'. Which sheet does the splash load?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orange.png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orangeSplash.png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Splash.png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splashTag.png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game.splashTag is 'orange'. Which sheet does the splash load?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orange.png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orangeSplash.png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Splash.png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splashTag.png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'orange' + 'Splash.png'.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game.splashTag set BEFORE Splash()?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Splash's start reads it, and start runs the moment Splash() is called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Python needs it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game.splashTag set BEFORE Splash()?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Splash's start reads it, and start runs the moment Splash() is called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Python needs it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After would be too late - start has already run.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splash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slice. Every fruit bursts into a splash of its own colour.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