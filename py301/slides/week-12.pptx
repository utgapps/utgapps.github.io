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Week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Boom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A flip book in one picture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explosion.png - 450 x 300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2 rows of 3 frames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Each 150 x 150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Left to right, top row first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Find it yourself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The Explosion class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Look up animation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Play the frames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A sprite sheet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DRAWING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explosionSheet = sprite('explosion.png', 2, 3)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Two more numbers cut the picture into frames: rows, then columns.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sprite('explosion.png', 2, 3) is 2 rows of 3 - six frames.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Explosion start   -   line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explosionSheet = sprite('explosion.png', 2, 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Cut the sheet into 2 rows of 3 frames.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An animation plays frames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DRAWING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animation_set(self, explosionAnimation)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animation(sheet, 20, 0, 4) plays frames 0 to 4 of a sheet, 20 a second.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animation_set(self, ...) gives it to this object.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Explosion start   -   line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explosionSheet = sprite('explosion.png', 2, 3)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7FE0A0"/>
                </a:solidFill>
                <a:latin typeface="Consolas"/>
              </a:rPr>
              <a:t>explosionAnimation = animation(explosionSheet, 20, 0, 4)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Play frames 0 to 4, 20 a second...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Explosion start   -   line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explosionSheet = sprite('explosion.png', 2, 3)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explosionAnimation = animation(explosionSheet, 20, 0, 4)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7FE0A0"/>
                </a:solidFill>
                <a:latin typeface="Consolas"/>
              </a:rPr>
              <a:t>animation_set(self, explosionAnimation)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...on this explosion.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Explosion start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explosionSheet = sprite('explosion.png', 2, 3)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7FE0A0"/>
                </a:solidFill>
                <a:latin typeface="Consolas"/>
              </a:rPr>
              <a:t>explosionAnimation = animation(explosionSheet, 20, 0, 4)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7FE0A0"/>
                </a:solidFill>
                <a:latin typeface="Consolas"/>
              </a:rPr>
              <a:t>animation_set(self, explosionAnimation)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A third of a second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Explosion start   -   line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7FE0A0"/>
                </a:solidFill>
                <a:latin typeface="Consolas"/>
              </a:rPr>
              <a:t>self.timer =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Twenty loops to live.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Then go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Explosion loop   -   line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self.timer -=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One loop less.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Explosion loop   -   line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self.timer -= 1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7FE0A0"/>
                </a:solidFill>
                <a:latin typeface="Consolas"/>
              </a:rPr>
              <a:t>if self.timer &lt;= 0: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Run out?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Explosion loop   -   line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self.timer -= 1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if self.timer &lt;= 0: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7FE0A0"/>
                </a:solidFill>
                <a:latin typeface="Consolas"/>
              </a:rPr>
              <a:t>    destroy(self)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Remove this explosion.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Explosion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self.timer -= 1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7FE0A0"/>
                </a:solidFill>
                <a:latin typeface="Consolas"/>
              </a:rPr>
              <a:t>if self.timer &lt;= 0: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7FE0A0"/>
                </a:solidFill>
                <a:latin typeface="Consolas"/>
              </a:rPr>
              <a:t>    destroy(self)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A bomb explodes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Slicer loop   -   line 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14  </a:t>
            </a:r>
            <a:r>
              <a:rPr sz="1800">
                <a:solidFill>
                  <a:srgbClr val="6D8C97"/>
                </a:solidFill>
                <a:latin typeface="Consolas"/>
              </a:rPr>
              <a:t>fruitHit = get_collision(self, 'Fruit')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15  </a:t>
            </a:r>
            <a:r>
              <a:rPr sz="1800">
                <a:solidFill>
                  <a:srgbClr val="6D8C97"/>
                </a:solidFill>
                <a:latin typeface="Consolas"/>
              </a:rPr>
              <a:t>if fruitHit and mouse_is_pressed('left'):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16  </a:t>
            </a:r>
            <a:r>
              <a:rPr sz="1800">
                <a:solidFill>
                  <a:srgbClr val="6D8C97"/>
                </a:solidFill>
                <a:latin typeface="Consolas"/>
              </a:rPr>
              <a:t>    if fruitHit.tag == 'bomb':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17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game.score = 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18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explosion = Explosion()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NEW: ...make an explosion...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Slicer loop   -   line 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14  </a:t>
            </a:r>
            <a:r>
              <a:rPr sz="1800">
                <a:solidFill>
                  <a:srgbClr val="6D8C97"/>
                </a:solidFill>
                <a:latin typeface="Consolas"/>
              </a:rPr>
              <a:t>fruitHit = get_collision(self, 'Fruit')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15  </a:t>
            </a:r>
            <a:r>
              <a:rPr sz="1800">
                <a:solidFill>
                  <a:srgbClr val="6D8C97"/>
                </a:solidFill>
                <a:latin typeface="Consolas"/>
              </a:rPr>
              <a:t>if fruitHit and mouse_is_pressed('left'):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16  </a:t>
            </a:r>
            <a:r>
              <a:rPr sz="1800">
                <a:solidFill>
                  <a:srgbClr val="6D8C97"/>
                </a:solidFill>
                <a:latin typeface="Consolas"/>
              </a:rPr>
              <a:t>    if fruitHit.tag == 'bomb':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17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game.score = 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18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explosion = Explosion()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19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explosion.x = fruitHit.x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NEW: ...where the bomb is across...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Slicer loop   -   line 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14  </a:t>
            </a:r>
            <a:r>
              <a:rPr sz="1800">
                <a:solidFill>
                  <a:srgbClr val="6D8C97"/>
                </a:solidFill>
                <a:latin typeface="Consolas"/>
              </a:rPr>
              <a:t>fruitHit = get_collision(self, 'Fruit')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15  </a:t>
            </a:r>
            <a:r>
              <a:rPr sz="1800">
                <a:solidFill>
                  <a:srgbClr val="6D8C97"/>
                </a:solidFill>
                <a:latin typeface="Consolas"/>
              </a:rPr>
              <a:t>if fruitHit and mouse_is_pressed('left'):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16  </a:t>
            </a:r>
            <a:r>
              <a:rPr sz="1800">
                <a:solidFill>
                  <a:srgbClr val="6D8C97"/>
                </a:solidFill>
                <a:latin typeface="Consolas"/>
              </a:rPr>
              <a:t>    if fruitHit.tag == 'bomb':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17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game.score = 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18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explosion = Explosion()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19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explosion.x = fruitHit.x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20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explosion.y = fruitHit.y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NEW: ...and up.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Slicer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14  </a:t>
            </a:r>
            <a:r>
              <a:rPr sz="1800">
                <a:solidFill>
                  <a:srgbClr val="7FE0A0"/>
                </a:solidFill>
                <a:latin typeface="Consolas"/>
              </a:rPr>
              <a:t>fruitHit = get_collision(self, 'Fruit')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15  </a:t>
            </a:r>
            <a:r>
              <a:rPr sz="1800">
                <a:solidFill>
                  <a:srgbClr val="7FE0A0"/>
                </a:solidFill>
                <a:latin typeface="Consolas"/>
              </a:rPr>
              <a:t>if fruitHit and mouse_is_pressed('left'):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16  </a:t>
            </a:r>
            <a:r>
              <a:rPr sz="1800">
                <a:solidFill>
                  <a:srgbClr val="7FE0A0"/>
                </a:solidFill>
                <a:latin typeface="Consolas"/>
              </a:rPr>
              <a:t>    if fruitHit.tag == 'bomb':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17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game.score = 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18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explosion = Explosion()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19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explosion.x = fruitHit.x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20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explosion.y = fruitHit.y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21  </a:t>
            </a:r>
            <a:r>
              <a:rPr sz="1800">
                <a:solidFill>
                  <a:srgbClr val="7FE0A0"/>
                </a:solidFill>
                <a:latin typeface="Consolas"/>
              </a:rPr>
              <a:t>    else: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22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game.score += 1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23  </a:t>
            </a:r>
            <a:r>
              <a:rPr sz="1800">
                <a:solidFill>
                  <a:srgbClr val="7FE0A0"/>
                </a:solidFill>
                <a:latin typeface="Consolas"/>
              </a:rPr>
              <a:t>    destroy(fruitHit)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Why one woosh per click, not one per loop?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Sounds can only play once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mouse_was_pressed is True for one loop only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The sound is short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play_sound waits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Why one woosh per click, not one per loop?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Sounds can only play once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mouse_was_pressed is True for one loop only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The sound is short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play_sound waits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was is the click; is would be sixty a second.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sprite('explosion.png', 2, 3) - what are 2 and 3?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Columns, then rows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Rows, then columns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The size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The first and last frame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sprite('explosion.png', 2, 3) - what are 2 and 3?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Columns, then rows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Rows, then columns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The size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The first and last frame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2 rows of 3 frames.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Why are the explosion lines above destroy(fruitHit)? (this week)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Python reads from the bottom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It does not matter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They read the bomb's x and y - it must still be there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So the bomb explodes twice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Why are the explosion lines above destroy(fruitHit)? (this week)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Python reads from the bottom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It does not matter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They read the bomb's x and y - it must still be there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So the bomb explodes twice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Make the new object before you destroy the old one.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Checkpoint: boom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CHECKPOINT - PRESS PLAY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Press Play and slice a bomb. It bursts into your explosion, and the score goes to 0.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Play in PixelPad.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web deck has a Play it button that runs this exact week.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Everyone's game should do the same thing.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