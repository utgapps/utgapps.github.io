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Up, then down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and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Once, or over and over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start: the moment it is made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loop: sixty times a second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below the screen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x and 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self.y = -400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middle of the screen is x 0, y 0.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Plus x is right, plus y is UP. Minus goes left and down.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variable holds a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self.velocityY = 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variable is a name with a value in it. The name goes left of =.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 in front makes it belong to this object, so start and loop can share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-400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Start 400 below the middle - off the bottom.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Velocity is speed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self.velocityY = 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velocity is how far an object moves every loop.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velocityY is up and down; velocityX is side to side.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self.y = -400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self.velocityY =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Move up 30 every loop, to begin with.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Fruit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-400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self.velocityY =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shortcut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+= and -=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self.y += 5 is self.y = self.y + 5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-= takes away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Fly, and slow down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loop runs over and 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self.y += self.velocityY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loop runs about 60 times every second, until the object is gone.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Anything that moves or keeps checking lives in loop.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+= and -=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self.y += self.velocityY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self.y += 5 means: my y becomes my y plus 5.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-= takes away the same way. Do it every loop and things move.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self.y += self.velocityY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Move up by the velocity...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Gravity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self.velocityY -=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gravity takes a little off the velocity every loop.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Up, slower, stop, then down faster and faster - a curve.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self.y += self.velocityY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self.velocityY -=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a little slower every loop - gravity.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Fruit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self.y += self.velocityY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self.velocityY -=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is x 0, y 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middle of the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top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bottom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top 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is x 0, y 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middle of the screen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top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bottom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top 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0, 0 is the middle; plus x is right and plus y is up.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y is 10. What is it after self.y += 5?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105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y is 10. What is it after self.y += 5?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15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105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+= adds 5 to what is already there.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fruit come back down?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Its velocity shrinks every loop until it is below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editor pulls everything down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y can not be more than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loop stops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fruit come back down?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Its velocity shrinks every loop until it is below 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editor pulls everything down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y can not be more than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loop stops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velocityY -= 1 every loop: 30, 29 ... 0, then minus - down.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leap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The orange leaps up from the bottom, slows, hangs, and falls back down.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a curve?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30, 29, 28 ... 0, -1, -2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Fast, slower, hang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Then faster and faster down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That is gravity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