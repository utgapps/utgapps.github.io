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 fruit in a room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Classes and objects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Blueprint and 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Fruit is the class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 orange is a Fruit object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Capitals matter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Draw two things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orange.png 100 x 100 - mountains.png 1280 x 720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mountains fill the screen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Ten minutes at most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the fruit a picture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start runs once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self.image = sprite('orange.png')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Everything in start runs one time, the moment the object is made.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Use it to set a picture, a place or a starting number.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sprite is your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DRAWING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self.image = sprite('orange.png')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sprite() finds the picture you drew and puts it on the object.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name has to match exactly, including the .png.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Fruit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sprite('orange.png')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orange you drew.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Make a fruit in Play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Making an 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self.spawner = Spawner()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Fruit() builds one fruit from the Fruit class.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name on the left is how you talk to it afterwards.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Fruit()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Build one fruit.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Go to Play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room is one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set_room('Play')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Your game can have more than one screen. Each one is a room.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set_room changes to another, and removes everything from the one before.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set_room('Play')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Change to the Play room.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an orange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Your orange sits in the middle of a black screen.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the background a picture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Background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sprite('mountains.png')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mountains you drew.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background, made first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Made first, drawn at the 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self.background = Background()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Objects are drawn in the order they were made.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the background first so everything else is drawn on top.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self.background = Background()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Build the background first, so it is drawn at the back.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a class?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One orange on the screen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blueprint for a kind of 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a class?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One orange on the screen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blueprint for a kind of thing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class is the blueprint; every orange is an object built from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When does start run?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Sixty times a second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When you click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Once, the moment the object is made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When does start run?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Sixty times a second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When you click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Once, the moment the object is made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start runs once; loop runs over and over.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the background made first?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So it loads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So it is drawn at the back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Python needs it first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So it is bigger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the background made first?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So it loads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So it is drawn at the back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Python needs it first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So it is bigger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Objects are drawn in the order they are made.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 scene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The mountains fill the screen with your orange in front.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