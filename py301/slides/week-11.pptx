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Woosh, and play again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sound for every swipe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woosh.mp3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Upload or record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editor beeps until you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Load the sound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sound() loads a sound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self.wooshSound = sound('woosh.mp3')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sound('woosh.mp3') finds the sound file and keeps it ready.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Load it once, in 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self.wooshSound = sound('woosh.mp3')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Load the woosh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Woosh once per click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mouse_was_pressed()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mouse_was_pressed('left'):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mouse_was_pressed('left') is True for only the one loop the button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click, one thing - however long you hold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Did the button just go down?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play_sound() plays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play_sound(self.wooshSound)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play_sound(self.wooshSound) plays the sound you loaded.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 often as you like.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play_sound(self.wooshSound)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Woosh.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play_sound(self.wooshSound)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woosh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click. One woosh - or one beep - each time the button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Play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click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 start sets everything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Going to Play again starts fresh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Say how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self.replayText = text('Click to play again', -170, -200)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Say how to play again...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self.replayText = text('Click to play again', -170, -200)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self.replayText.fontSize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 little smaller.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self.replayText = text('Click to play again', -170, -200)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self.replayText.fontSize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Click to play again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click?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Back to Play - a fresh game.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trail.x when step is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speedX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previousX - where the slicer was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trail.x when step is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speedX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previousX - where the slicer was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speedX * 0 / 20 is 0, so it is just previousX.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True for only one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mouse_is_pressed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mouse_was_pressed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mouse_x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Both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True for only one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mouse_is_pressed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mouse_was_pressed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mouse_x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Both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was is the click; is is every loop you hold.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going back to Play start a fresh game?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editor remembers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 start sets the score and the clock again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End deletes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Game class starts again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going back to Play start a fresh game?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editor remembers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 start sets the score and the clock again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End deletes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Game class starts again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Going to a room runs its start again.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Wait out the minute, then click. A new game starts at 0 with a full clock.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