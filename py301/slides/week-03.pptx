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The fruit machine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machine for fruit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The Spawner class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Never moves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Never seen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Makes a fruit every so often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four parts of a timer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Set, count, check, reset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Set it in start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Count it in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Check it with an if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Reset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Set the timer, and hide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Spawner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self.timer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Start counting at 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Spawner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self.timer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self.spawnTime = 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Wait 100 loops between fruit.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True or False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self.visible =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boolean has only two values: True and False.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Like a light switch. Python writes them with a capital letter.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visible hides an 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DRAWING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self.visible =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visible = False means the object is never drawn.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still runs its start and its loop.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Spawner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self.timer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self.spawnTime = 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self.visible = False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Never draw 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Spawner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self.timer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self.spawnTime = 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self.visible = False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Count, check, make, reset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timer counts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self.timer +=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timer changes by one every loop. 60 loops is one second.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Set it, count it, check it, and reset it - or let it run out.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Spawner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self.timer +=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One more loop counted.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if means only when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self.timer &gt;= self.spawnTime: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lines under an if run only when its question is true.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if line ends with a colon; the lines under it start with four spaces.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Comparing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self.y &lt; -500: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&amp;lt; is less than, &amp;gt; is greater than.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&amp;lt;= and &amp;gt;= also count the number itself.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Spawner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self.timer +=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self.timer &gt;= self.spawnTime: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Counted far enough?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Spawner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self.timer +=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self.timer &gt;= self.spawnTime: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Fruit()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 a fruit...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Spawner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self.timer +=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self.timer &gt;= self.spawnTime: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Fruit()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self.timer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count from 0 again.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Spawner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self.timer +=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self.timer &gt;= self.spawnTime: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Fruit()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self.timer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spawner makes the fruit now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Play start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Fruit()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room no longer makes the fruit - the spawner will. Take this line out; the spawner goes in its place.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self.spawner = Spawner()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CHANGED: build the spawner instead - it makes the fruit now.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self.spawner = Spawner()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velocityY starts at 30 and loses 1 every loop. When does the fruit start to fall?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Straight away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After 1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After about 30 loops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velocityY starts at 30 and loses 1 every loop. When does the fruit start to fall?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Straight away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After 1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After about 30 loops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takes 30 loops to use up a velocity of 30.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are the four parts of a timer?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Start, loop, stop, go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Make, move, hide, show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Set, count, check, reset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if, elif, else, end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are the four parts of a timer?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Start, loop, stop, go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Make, move, hide, show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Set, count, check, reset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if, elif, else, end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Set it in start, count it in loop, check it with an if, reset it.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happens without self.timer = 0 under the if?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No fruit at all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One fruit, then none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fruit every loop - a flood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An error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happens without self.timer = 0 under the if?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No fruit at all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One fruit, then none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fruit every loop - a flood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An error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timer stays past 100, so the if is true every loop.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 fountain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Every couple of seconds an orange leaps up from the same spot.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True and False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 boolean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question's answer is True or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visible holds one too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