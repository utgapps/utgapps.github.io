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Five kinds of fruit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four 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watermelon, eggplant, pear, bomb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About the size of the orange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bomb look dangerous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Asking, not storing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== and elif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= stores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== asks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elif: else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else: everything left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Roll for a kind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Fruit start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self.image = sprite('orange.png')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fruit is not an orange any more. Take this line out; the roll for a kind goes in its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number = random.randint(1,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roll a number from 1 to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== asks, =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number == 1: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= puts a value into a name.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== asks whether two things are exactly equal.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number == 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a 1?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Words in 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self.tag = 'orange'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Writing in quotes is a value too, like 'orange' or 'red'.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can hold words as well as numbers.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self.tag = 'orange'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an orange.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elif - else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elif number == 2: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elif asks another question, only when every one above it was no.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runs the first branch that is true, and skips the rest.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elif number == 2: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otherwise, a 2?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self.tag = 'watermelon'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a watermelon.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elif number == 3: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otherwise, a 3?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self.tag = 'eggplant'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an eggplant.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'eggplant'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elif number == 4: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otherwise, a 4?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'eggplant'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4: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self.tag = 'pear'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a pear.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else - otherwise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else: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else: lines up with its if, and ends with a colon.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run when nothing above it was true.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'eggplant'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4: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'pear'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anything else...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'eggplant'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4: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'pear'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'bomb'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...is a bomb.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+ joins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sprite(self.tag + '.png')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'pear' + '.png' is 'pear.png'.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sides must be words - use str() on a number first.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'eggplant'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4: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'pear'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'bomb'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self.image = sprite(self.tag + '.png')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the picture is the tag plus '.png'.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Fruit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number = random.randint(1, 5)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'eggplant'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elif number == 4: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'pear'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'bomb'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self.image = sprite(self.tag + '.png')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score line say str(game.score)?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add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 need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text holds words, and str() turns the number into words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score line say str(game.score)?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add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 need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text holds words, and str() turns the number into words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str(3) is '3'.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There is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stores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 a value; == asks whether two are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 asks; == stores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There is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stores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 a value; == asks whether two are equal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 asks; == stores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= puts a value into a name; two == ask a question.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number is 3. Which branch runs?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orange, then the eggplant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eggplant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Every branch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bomb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number is 3. Which branch runs?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orange, then the eggplant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eggplant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Every branch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bomb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runs the first branch that is true and skips the rest.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fruit bowl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Oranges, watermelons, eggplants, pears and bombs all leap up.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