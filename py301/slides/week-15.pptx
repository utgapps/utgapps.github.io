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Week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Treasure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Draw the treasure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treasure.png and treasureSplash.png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 chest, a gem, a golden fruit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splash is 600 x 300 like the others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A sixth kind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In Fruit start   -   replace a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 strike="sngStrike">
                <a:solidFill>
                  <a:srgbClr val="F3928B"/>
                </a:solidFill>
                <a:latin typeface="Consolas"/>
              </a:rPr>
              <a:t>number = random.randint(1,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This line changes - the dice now has six sides. Take it out; the new line goes in its place.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start   -   line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7FE0A0"/>
                </a:solidFill>
                <a:latin typeface="Consolas"/>
              </a:rPr>
              <a:t>number = random.randint(1, 6)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CHANGED: roll a number from 1 to 6.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start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2  </a:t>
            </a:r>
            <a:r>
              <a:rPr sz="1800">
                <a:solidFill>
                  <a:srgbClr val="6D8C97"/>
                </a:solidFill>
                <a:latin typeface="Consolas"/>
              </a:rPr>
              <a:t>number = random.randint(1, 6)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3  </a:t>
            </a:r>
            <a:r>
              <a:rPr sz="1800">
                <a:solidFill>
                  <a:srgbClr val="6D8C97"/>
                </a:solidFill>
                <a:latin typeface="Consolas"/>
              </a:rPr>
              <a:t>if number == 1: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4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self.tag = 'orange'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5  </a:t>
            </a:r>
            <a:r>
              <a:rPr sz="1800">
                <a:solidFill>
                  <a:srgbClr val="6D8C97"/>
                </a:solidFill>
                <a:latin typeface="Consolas"/>
              </a:rPr>
              <a:t>elif number == 2: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6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self.tag = 'watermelon'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7  </a:t>
            </a:r>
            <a:r>
              <a:rPr sz="1800">
                <a:solidFill>
                  <a:srgbClr val="6D8C97"/>
                </a:solidFill>
                <a:latin typeface="Consolas"/>
              </a:rPr>
              <a:t>elif number == 3: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8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self.tag = 'eggplant'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 9  </a:t>
            </a:r>
            <a:r>
              <a:rPr sz="1800">
                <a:solidFill>
                  <a:srgbClr val="6D8C97"/>
                </a:solidFill>
                <a:latin typeface="Consolas"/>
              </a:rPr>
              <a:t>elif number == 4: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10  </a:t>
            </a:r>
            <a:r>
              <a:rPr sz="1800">
                <a:solidFill>
                  <a:srgbClr val="6D8C97"/>
                </a:solidFill>
                <a:latin typeface="Consolas"/>
              </a:rPr>
              <a:t>    self.tag = 'pear'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elif number == 5: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otherwise, a 5?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Fruit start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6D8C97"/>
                </a:solidFill>
                <a:latin typeface="Consolas"/>
              </a:rPr>
              <a:t>number = random.randint(1, 6)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6D8C97"/>
                </a:solidFill>
                <a:latin typeface="Consolas"/>
              </a:rPr>
              <a:t>if number == 1: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6D8C97"/>
                </a:solidFill>
                <a:latin typeface="Consolas"/>
              </a:rPr>
              <a:t>    self.tag = 'orange'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6D8C97"/>
                </a:solidFill>
                <a:latin typeface="Consolas"/>
              </a:rPr>
              <a:t>elif number ==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6D8C97"/>
                </a:solidFill>
                <a:latin typeface="Consolas"/>
              </a:rPr>
              <a:t>    self.tag = 'watermelon'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6D8C97"/>
                </a:solidFill>
                <a:latin typeface="Consolas"/>
              </a:rPr>
              <a:t>elif number ==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6D8C97"/>
                </a:solidFill>
                <a:latin typeface="Consolas"/>
              </a:rPr>
              <a:t>    self.tag = 'eggplant'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6D8C97"/>
                </a:solidFill>
                <a:latin typeface="Consolas"/>
              </a:rPr>
              <a:t>elif number == 4: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6D8C97"/>
                </a:solidFill>
                <a:latin typeface="Consolas"/>
              </a:rPr>
              <a:t>    self.tag = 'pear'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6D8C97"/>
                </a:solidFill>
                <a:latin typeface="Consolas"/>
              </a:rPr>
              <a:t>elif number == 5: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self.tag = 'treasure'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treasure.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Fruit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2  </a:t>
            </a:r>
            <a:r>
              <a:rPr sz="1300">
                <a:solidFill>
                  <a:srgbClr val="7FE0A0"/>
                </a:solidFill>
                <a:latin typeface="Consolas"/>
              </a:rPr>
              <a:t>number = random.randint(1, 6)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3  </a:t>
            </a:r>
            <a:r>
              <a:rPr sz="1300">
                <a:solidFill>
                  <a:srgbClr val="7FE0A0"/>
                </a:solidFill>
                <a:latin typeface="Consolas"/>
              </a:rPr>
              <a:t>if number == 1: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4  </a:t>
            </a:r>
            <a:r>
              <a:rPr sz="1300">
                <a:solidFill>
                  <a:srgbClr val="7FE0A0"/>
                </a:solidFill>
                <a:latin typeface="Consolas"/>
              </a:rPr>
              <a:t>    self.tag = 'orange'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5  </a:t>
            </a:r>
            <a:r>
              <a:rPr sz="1300">
                <a:solidFill>
                  <a:srgbClr val="7FE0A0"/>
                </a:solidFill>
                <a:latin typeface="Consolas"/>
              </a:rPr>
              <a:t>elif number == 2: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6  </a:t>
            </a:r>
            <a:r>
              <a:rPr sz="1300">
                <a:solidFill>
                  <a:srgbClr val="7FE0A0"/>
                </a:solidFill>
                <a:latin typeface="Consolas"/>
              </a:rPr>
              <a:t>    self.tag = 'watermelon'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7  </a:t>
            </a:r>
            <a:r>
              <a:rPr sz="1300">
                <a:solidFill>
                  <a:srgbClr val="7FE0A0"/>
                </a:solidFill>
                <a:latin typeface="Consolas"/>
              </a:rPr>
              <a:t>elif number == 3: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8  </a:t>
            </a:r>
            <a:r>
              <a:rPr sz="1300">
                <a:solidFill>
                  <a:srgbClr val="7FE0A0"/>
                </a:solidFill>
                <a:latin typeface="Consolas"/>
              </a:rPr>
              <a:t>    self.tag = 'eggplant'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 9  </a:t>
            </a:r>
            <a:r>
              <a:rPr sz="1300">
                <a:solidFill>
                  <a:srgbClr val="7FE0A0"/>
                </a:solidFill>
                <a:latin typeface="Consolas"/>
              </a:rPr>
              <a:t>elif number == 4: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10  </a:t>
            </a:r>
            <a:r>
              <a:rPr sz="1300">
                <a:solidFill>
                  <a:srgbClr val="7FE0A0"/>
                </a:solidFill>
                <a:latin typeface="Consolas"/>
              </a:rPr>
              <a:t>    self.tag = 'pear'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11  </a:t>
            </a:r>
            <a:r>
              <a:rPr sz="1300">
                <a:solidFill>
                  <a:srgbClr val="7FE0A0"/>
                </a:solidFill>
                <a:latin typeface="Consolas"/>
              </a:rPr>
              <a:t>elif number == 5: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12  </a:t>
            </a:r>
            <a:r>
              <a:rPr sz="1300">
                <a:solidFill>
                  <a:srgbClr val="7FE0A0"/>
                </a:solidFill>
                <a:latin typeface="Consolas"/>
              </a:rPr>
              <a:t>    self.tag = 'treasure'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13  </a:t>
            </a:r>
            <a:r>
              <a:rPr sz="1300">
                <a:solidFill>
                  <a:srgbClr val="7FE0A0"/>
                </a:solidFill>
                <a:latin typeface="Consolas"/>
              </a:rPr>
              <a:t>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    self.tag = 'bomb'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7FE0A0"/>
                </a:solidFill>
                <a:latin typeface="Consolas"/>
              </a:rPr>
              <a:t>self.image = sprite(self.tag + '.png')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The rules, in one place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game.bonusTime = 300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A treasure is worth 300 loops - five seconds.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Play start   -   line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6D8C97"/>
                </a:solidFill>
                <a:latin typeface="Consolas"/>
              </a:rPr>
              <a:t>game.bonusTime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game.maxTime = 3600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The clock never holds more than a minute.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Play start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11  </a:t>
            </a:r>
            <a:r>
              <a:rPr sz="1800">
                <a:solidFill>
                  <a:srgbClr val="7FE0A0"/>
                </a:solidFill>
                <a:latin typeface="Consolas"/>
              </a:rPr>
              <a:t>game.bonusTime = 300</a:t>
            </a:r>
          </a:p>
          <a:p>
            <a:pPr>
              <a:spcAft>
                <a:spcPts val="0"/>
              </a:spcAft>
            </a:pPr>
            <a:r>
              <a:rPr sz="1800">
                <a:solidFill>
                  <a:srgbClr val="6D8C97"/>
                </a:solidFill>
                <a:latin typeface="Consolas"/>
              </a:rPr>
              <a:t>  12  </a:t>
            </a:r>
            <a:r>
              <a:rPr sz="1800">
                <a:solidFill>
                  <a:srgbClr val="7FE0A0"/>
                </a:solidFill>
                <a:latin typeface="Consolas"/>
              </a:rPr>
              <a:t>game.maxTime = 3600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Clamping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Add, then cut back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Add the bonus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Over the most allowed?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Cut it back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Treasure buys 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27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if fruitHit and mouse_is_pressed('left'):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if fruitHit.tag == 'bomb':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game.score = 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explosion = Explosion()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explosion.x = fruitHit.x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explosion.y = fruitHit.y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game.score +=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game.splashTag = fruitHit.tag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splash = Splash()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splash.x = fruitHit.x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splash.y = fruitHit.y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if fruitHit.tag == 'treasure':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and if it is treasure...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28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if fruitHit and mouse_is_pressed('left'):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if fruitHit.tag == 'bomb':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game.score = 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explosion = Explosion()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explosion.x = fruitHit.x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explosion.y = fruitHit.y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game.score +=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game.splashTag = fruitHit.tag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splash = Splash()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splash.x = fruitHit.x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splash.y = fruitHit.y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if fruitHit.tag == 'treasure':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game.timeLeft += game.bonusTime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...add the bonus to the clock.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29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if fruitHit and mouse_is_pressed('left'):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if fruitHit.tag == 'bomb':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game.score = 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explosion = Explosion()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explosion.x = fruitHit.x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explosion.y = fruitHit.y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game.score +=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game.splashTag = fruitHit.tag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splash = Splash()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splash.x = fruitHit.x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splash.y = fruitHit.y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if fruitHit.tag == 'treasure':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game.timeLeft += game.bonusTime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if game.timeLeft &gt; game.maxTime: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Gone past the most allowed?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Type this into Slicer loop   -   line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6D8C97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6D8C97"/>
                </a:solidFill>
                <a:latin typeface="Consolas"/>
              </a:rPr>
              <a:t>if fruitHit and mouse_is_pressed('left'):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6D8C97"/>
                </a:solidFill>
                <a:latin typeface="Consolas"/>
              </a:rPr>
              <a:t>    if fruitHit.tag == 'bomb':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game.score = 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explosion = Explosion()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explosion.x = fruitHit.x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explosion.y = fruitHit.y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6D8C97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game.score +=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game.splashTag = fruitHit.tag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splash = Splash()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splash.x = fruitHit.x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splash.y = fruitHit.y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if fruitHit.tag == 'treasure':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game.timeLeft += game.bonusTime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6D8C97"/>
                </a:solidFill>
                <a:latin typeface="Consolas"/>
              </a:rPr>
              <a:t>            if game.timeLeft &gt; game.maxTime: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game.timeLeft = game.maxTime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NEW: Cut it back to the most allowed.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1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01AEFD"/>
                </a:solidFill>
              </a:rPr>
              <a:t>All together in Slicer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60120"/>
            <a:ext cx="11155680" cy="4297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14  </a:t>
            </a:r>
            <a:r>
              <a:rPr sz="1300">
                <a:solidFill>
                  <a:srgbClr val="7FE0A0"/>
                </a:solidFill>
                <a:latin typeface="Consolas"/>
              </a:rPr>
              <a:t>fruitHit = get_collision(self, 'Fruit')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15  </a:t>
            </a:r>
            <a:r>
              <a:rPr sz="1300">
                <a:solidFill>
                  <a:srgbClr val="7FE0A0"/>
                </a:solidFill>
                <a:latin typeface="Consolas"/>
              </a:rPr>
              <a:t>if fruitHit and mouse_is_pressed('left'):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16  </a:t>
            </a:r>
            <a:r>
              <a:rPr sz="1300">
                <a:solidFill>
                  <a:srgbClr val="7FE0A0"/>
                </a:solidFill>
                <a:latin typeface="Consolas"/>
              </a:rPr>
              <a:t>    if fruitHit.tag == 'bomb':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game.score = 0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explosion = Explosion()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19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explosion.x = fruitHit.x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explosion.y = fruitHit.y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21  </a:t>
            </a:r>
            <a:r>
              <a:rPr sz="1300">
                <a:solidFill>
                  <a:srgbClr val="7FE0A0"/>
                </a:solidFill>
                <a:latin typeface="Consolas"/>
              </a:rPr>
              <a:t>    else: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22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game.score += 1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23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game.splashTag = fruitHit.tag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24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splash = Splash()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25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splash.x = fruitHit.x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26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splash.y = fruitHit.y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27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if fruitHit.tag == 'treasure':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28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game.timeLeft += game.bonusTime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29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if game.timeLeft &gt; game.maxTime: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30  </a:t>
            </a:r>
            <a:r>
              <a:rPr sz="1300">
                <a:solidFill>
                  <a:srgbClr val="7FE0A0"/>
                </a:solidFill>
                <a:latin typeface="Consolas"/>
              </a:rPr>
              <a:t>                game.timeLeft = game.maxTime</a:t>
            </a:r>
          </a:p>
          <a:p>
            <a:pPr>
              <a:spcAft>
                <a:spcPts val="0"/>
              </a:spcAft>
            </a:pPr>
            <a:r>
              <a:rPr sz="1300">
                <a:solidFill>
                  <a:srgbClr val="6D8C97"/>
                </a:solidFill>
                <a:latin typeface="Consolas"/>
              </a:rPr>
              <a:t>  31  </a:t>
            </a:r>
            <a:r>
              <a:rPr sz="1300">
                <a:solidFill>
                  <a:srgbClr val="7FE0A0"/>
                </a:solidFill>
                <a:latin typeface="Consolas"/>
              </a:rPr>
              <a:t>    destroy(fruitHit)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62356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DCECEF"/>
                </a:solidFill>
              </a:rPr>
              <a:t>That is the whole piece. Check yours looks the same before moving 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Score is 4. What is spawnTime?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15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Score is 4. What is spawnTime?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60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100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30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15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4 is under 5 - the first question is yes.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does a new kind of fruit go in the chain?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An elif above the else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After the else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Before the if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In the slicer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Where does a new kind of fruit go in the chain?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An elif above the else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After the else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Before the if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In the slicer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else stays last, catching what is left.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timeLeft is 3500 and you slice treasure (+300, most 3600). What is it after?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QUICK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3600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3800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3500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300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Pick one - the answer is on the next slide.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timeLeft is 3500 and you slice treasure (+300, most 3600). What is it after? (this week)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A. 3600 (correct)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B. 3800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C. 3500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D. 300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3800 is over the most allowed, so it is cut back to 3600.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800" b="1">
                <a:solidFill>
                  <a:srgbClr val="1F2A37"/>
                </a:solidFill>
              </a:rPr>
              <a:t>Checkpoint: the whole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502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01AEFD"/>
                </a:solidFill>
              </a:rPr>
              <a:t>CHECKPOINT - PRESS PLAY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800">
                <a:solidFill>
                  <a:srgbClr val="01AEFD"/>
                </a:solidFill>
              </a:rPr>
              <a:t>Press Play. Slice a treasure and the clock jumps up five seconds - but never past 60.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Press Play in PixelPad.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The web deck has a Play it button that runs this exact week.</a:t>
            </a:r>
          </a:p>
          <a:p>
            <a:pPr>
              <a:spcAft>
                <a:spcPts val="1400"/>
              </a:spcAft>
            </a:pPr>
            <a:r>
              <a:rPr sz="2400">
                <a:solidFill>
                  <a:srgbClr val="1F2A37"/>
                </a:solidFill>
              </a:rPr>
              <a:t>• Everyone's game should do the same thing.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