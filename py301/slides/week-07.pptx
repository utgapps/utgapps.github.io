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Click to slice, and never a bomb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Too easy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Every fruit, every bomb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Waving is not slicing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bomb should cost you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Two questions at once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and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Touching a fruit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and the button held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fruitHit.tag is that fruit's tag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Slice only when clicking - and watch for bombs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Slicer loop   -   replace a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fruitHit = get_collision(self, 'Fruit')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 strike="sngStrike">
                <a:solidFill>
                  <a:srgbClr val="F3928B"/>
                </a:solidFill>
                <a:latin typeface="Consolas"/>
              </a:rPr>
              <a:t>if fruitHit: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This line changes - the if asks a second question. Take it out; the new if goes in its place.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mouse_is_pressed()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if fruitHit and mouse_is_pressed('left'):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mouse_is_pressed('left') is True for every loop you hold the button.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'left' is the left button.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and - both at once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if fruitHit and mouse_is_pressed('left'):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and joins two questions.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if runs only when BOTH are true.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Slicer loop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fruitHit = get_collision(self, 'Fruit')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if fruitHit and mouse_is_pressed('left'):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CHANGED: touching one AND holding the button?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An if inside an 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    if fruitHit.tag == 'bomb':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inside if only gets asked when the outside one is true.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Its lines are pushed in eight spaces.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Slicer loop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fruitHit = get_collision(self, 'Fruit')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if fruitHit and mouse_is_pressed('left'):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if fruitHit.tag == 'bomb':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is it a bomb?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Slicer loop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fruitHit = get_collision(self, 'Fruit')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if fruitHit and mouse_is_pressed('left'):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if fruitHit.tag == 'bomb':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game.score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then all your points are gone.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Slicer loop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fruitHit = get_collision(self, 'Fruit')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if fruitHit and mouse_is_pressed('left'):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if fruitHit.tag == 'bomb':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game.score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else: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otherwise...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Slicer loop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fruitHit = get_collision(self, 'Fruit')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if fruitHit and mouse_is_pressed('left'):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if fruitHit.tag == 'bomb':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game.score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else: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game.score +=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 point.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Slicer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fruitHit = get_collision(self, 'Fruit')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if fruitHit and mouse_is_pressed('left'):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if fruitHit.tag == 'bomb':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game.score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else: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game.score +=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destroy(fruitHit)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self.tag is 'pear'. What does sprite(self.tag + '.png') look for?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pear.png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self.tag.png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tag.png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pear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self.tag is 'pear'. What does sprite(self.tag + '.png') look for?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pear.png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self.tag.png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tag.png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pear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+ joins the words: 'pear' + '.png'.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When does an if with and run?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When either is true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When neither is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Always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When both questions are true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When does an if with and run?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When either is true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When neither is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Always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When both questions are true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and needs both.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Without the else, what is the score after slicing a bomb?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same as before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-1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Without the else, what is the score after slicing a bomb?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1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same as before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-1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is set to 0, then the next line adds 1.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careful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Waving does nothing; hold the button to slice. Slice a bomb and the score goes back to 0.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