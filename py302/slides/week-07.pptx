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Win or 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Reaching 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Hit it, and be spent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a base on the other team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the unit is gone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base's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25 hits to knock it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Strike the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baseHit = get_collision(self, 'Base')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Which base am I touching, if any?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baseHit = get_collision(self, 'Base')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baseHit and baseHit.team != self.team: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Touching one on the other team?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baseHit = get_collision(self, 'Base')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baseHit and baseHit.team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baseHit.health -= self.attack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Hit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baseHit = get_collision(self, 'Base')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baseHit and baseHit.team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baseHit.health -= self.attack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be spent.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baseHit = get_collision(self, 'Base')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baseHit and baseHit.team != self.team: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baseHit.health -= self.attack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strikes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send slimes. Each one vanishes when it reaches the enemy base.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more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YouWin and YouLose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text('words', x, y)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fontSize and color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Win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text() writes on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winText = text('You Win', -380, 120)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text('You Win', -380, 120) puts the words on the screen, their top left corner at x -380, y 120.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fontSize and color change how it looks.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winText = text('You Win', -380, 120)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Write You Win across the middle...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Size and colour of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winText.color = 'green'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.fontSize is how big the text is; 30 to start with.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.color is its colour, like 'green'.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winText = text('You Win', -380, 120)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winText.color = 'green'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...in green...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winText = text('You Win', -380, 120)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winText.color = 'green'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winText.fontSize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big.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YouWin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winText = text('You Win', -380, 120)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winText.color = 'green'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winText.fontSize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Lose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loseText = text('You Lose', -440, 120)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Write You Lose across the middle...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loseText = text('You Lose', -440, 120)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loseText.color = 'red'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...in red...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loseText = text('You Lose', -440, 120)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loseText.color = 'red'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loseText.fontSize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big.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YouLose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loseText = text('You Lose', -440, 120)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loseText.color = 'red'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loseText.fontSize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Who lost a base?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Out of health?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self.team == 'player':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Your base?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set_room('YouLose')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 lose.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 - otherwise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else: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lines up with its if, and ends with a colon.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nothing above it was true.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set_room('YouLose')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set_room('YouLose')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set_room('YouWin')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...it was theirs: you win.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set_room('YouLose')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set_room('YouWin')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enemy.scaleX = -1 does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tiny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Flips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enemy.scaleX = -1 does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tiny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Flips the picture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minus scale draws it back to front.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Touching nothing, how many times does a for over get_collision_list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Sixty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For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Touching nothing, how many times does a for over get_collision_list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Sixty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For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list is empty.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 slime set its own health to 0 after a strike?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win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heal the base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change team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is spent, and the die block removes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 slime set its own health to 0 after a strike?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win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heal the base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change team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is spent, and the die block removes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Otherwise it would hit the base every loop.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Let the bats through: when one of your bases falls, You Lose fills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 to 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Win once, lose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Swap seats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Too easy? Too hard?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