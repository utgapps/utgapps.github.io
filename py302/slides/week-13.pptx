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ghost card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special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ghostCard.png 90 x 120 - ghost.png 480 x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Hits for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Costs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Not a ghost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sprite('slimeCard.png')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game.leftSide - 150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self.cost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self.isGhost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Not a ghost, unless told otherwise.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Not a ghost either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self.attack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 = HealthBar()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self.healthBar.visible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self.maxHealth = self.health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self.isGhost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Not a ghost, unless told otherwise.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ghost card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 = Card()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fourth card...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ghostCard.x = game.rightSide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...on the right...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ghostCard.x = game.rightSide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ghostCard.y = -250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the bottom.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ghostCard.x = game.rightSide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ghostCard.lane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Its ghost walks lane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ghostCard.x = game.rightSide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ghostCard.lane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ghostCard.cost =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costs 10.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ghostCard.x = game.rightSide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ghostCard.lane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ghostCard.cost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ghostCard.isGhost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is a ghost card.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ghostCard.x = game.rightSide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ghostCard.lane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ghostCard.cost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ghostCard.isGhost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ghostCard.image = sprite('ghostCard.png')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With the ghost card's picture.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 = Card()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ghostCard.x = game.rightSide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ghostCard.lane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ghostCard.cost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ghostCard.isGhost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ghostCard.image = sprite('ghostCard.png')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fourth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ghost card sits at the bottom on the right. Clicking it makes a slime - for now.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card tells the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self.isGhost: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== True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already is True or False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it a ghost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self.isGhost: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ghost card?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self.isGhost: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ghostSheet = sprite('ghost.png', 1, 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Cut the ghost's sheet into 8 frames.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self.isGhost: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ghostSheet = sprite('ghost.png',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ghostAnimation = animation(ghostSheet, 20, 0,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Play them, 20 a second.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self.isGhost: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ghostSheet = sprite('ghost.png',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ghostAnimation = animation(ghostSheet,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animation_set(unit, ghostAnimation)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Give the ghost's animation to the unit.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self.isGhost: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ghostSheet = sprite('ghost.png',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ghostAnimation = animation(ghostSheet,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animation_set(unit, ghostAnimation)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unit.isGhost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Mark it a ghost.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self.isGhost: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ghostSheet = sprite('ghost.png',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ghostAnimation = animation(ghostSheet,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animation_set(unit, ghostAnimation)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unit.isGhost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unit.attack =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hits for 5.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Card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if self.isGhost: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ghostSheet = sprite('ghost.png',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ghostAnimation = animation(ghostSheet,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animation_set(unit, ghostAnimation)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unit.isGhost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unit.attack =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a unit destroy its bar before itself?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win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the bar is shown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Otherwise the bar is left where it died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a unit destroy its bar before itself?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win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the bar is shown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Otherwise the bar is left where it died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Clean up what you own before you 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bar with visible = False - does it still exist?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in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Yes, it is only not drawn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on Hard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bar with visible = False - does it still exist?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in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Yes, it is only not drawn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on Hard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Hidden is still there, and still runs.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there no GhostCard class?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allows one card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Ghosts are not cards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would be slower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ghost card is a Card with different values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there no GhostCard class?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allows one card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Ghosts are not cards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would be slower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ghost card is a Card with different values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picture, lane, cost and isGhost are changed in Play start.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ghost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click the ghost card. A ghost walks the bottom lane - and dies at the first bat, like any slime.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