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Ghost powers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Through the battle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 True is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Hit only when neither is a ghost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Ghosts do not fight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turns it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not self.isGhost and not otherUnit.isGhost: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 True is False, and not False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 self.isGhost is True for every unit that is not a ghost.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if otherUnit.team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not self.isGhost and not otherUnit.isGhost: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if neither of us is a ghost...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if otherUnit.team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not self.isGhost and not otherUnit.isGhost: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otherUnit.health -= self.attack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 not retype this line - push it in four more spaces, under the new 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for otherUnit in get_collision_list(self, 'Unit'):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if otherUnit.team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not self.isGhost and not otherUnit.isGhost: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otherUnit.health -= self.attack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fast ghost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ghostAnimation = animation(ghostSheet,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animation_set(unit, ghostAnimation)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unit.isGhost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unit.attack = 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unit.speed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moves at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ghost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send a ghost. It drifts through the bats and strikes the enemy base for 5.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Drawn once before its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bar is made at 0,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loop moves it one frame 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the bar in place at once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enemy.maxHealth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enemy.healthBar.visible = True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enemy.healthBar.x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bar on the golem now...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enemy.maxHealth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enemy.healthBar.visible = True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enemy.healthBar.x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enemy.healthBar.y = self.y + 70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...70 above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enemy.maxHealth =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enemy.healthBar.visible = True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enemy.healthBar.x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enemy.healthBar.y = self.y + 70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self.isGhost: - why no ==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isGhost already is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== does not work on words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Python forbids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self.isGhost: - why no ==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isGhost already is True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== does not work on words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Python forbids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value is already the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maxCount 30, unitCount 25. Can you play the ghost?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lane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maxCount 30, unitCount 25. Can you play the ghost?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lane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25 + 10 is 35, over 30.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True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True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 turns the answer round.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for a golem. Its bar appears above it - nothing flashes in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