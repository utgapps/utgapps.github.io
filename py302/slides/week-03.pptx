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slime from a card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slimeUnit.png 480 x 60 - 8 frames of 60 x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Eight pictures in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Facing right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slime that wobbles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batSheet = sprite('bat.png', 1, 8)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more numbers cut the picture into frames: rows, then columns.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sprite('bat.png', 1, 8) is 1 row of 8 - eight 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slimeSheet = sprite('slimeUnit.png', 1,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Cut the slime's sheet into 1 row of 8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 animation plays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animation_set(self, slimeAnimation)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animation(sheet, 20, 0, 7) plays frames 0 to 7 of a sheet, 20 a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animation_set(self, ...) gives it to this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slimeSheet = sprite('slimeUnit.png',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slimeAnimation = animation(slimeSheet, 20, 0,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Play frames 0 to 7, 20 a 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slimeSheet = sprite('slimeUnit.png',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slimeAnimation = animation(slimeSheet,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animation_set(self, slimeAnimation)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Give the animation to this unit.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slimeSheet = sprite('slimeUnit.png',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slimeAnimation = animation(slimeSheet,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animation_set(self, slimeAnimation)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Touching? Just clicked?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 gives back the cursor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needs both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Is the card clicked?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get_collision - are they touching?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baseHit = get_collision(self, 'Base')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get_collision(self, 'Base') gives back the base you touch, or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treats the base as yes and False as 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cardClicked = get_collision(self, 'Cursor')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the cursor?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if means only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self.health &lt;= 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lines under an if run only when its question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line ends with a colon; the lines under it start with four spaces.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mouse_was_pressed()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cardClicked and mouse_was_pressed('left'):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mouse_was_pressed('left') is True for only the one loop the button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click, one unit - however long you hold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 - all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cardClicked and mouse_was_pressed('left'):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joins questions.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runs only when EVERY one is true.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cardClicked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cardClicked and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Touching, and just clicked?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Card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cardClicked = get_collision(self, 'Cursor')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cardClicked and mouse_was_pressed('left'):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a unit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 = Unit()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unit...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unit.x = game.leftSide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your bases...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Card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unit.x = game.leftSide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this card's height.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Card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unit.x = game.leftSide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unit.y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slimes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click a card. A wobbling slime appears on the base beside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Once per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mouse_was_pressed()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for one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Hold the button: still one slime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Hide the dot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True or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self.isGhost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boolean has only two values: True and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Like a light switch. Python writes them with a capital letter.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visible hides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self.visible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visible = False means the object is never drawn.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still runs its start and its loop, and still touches things.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Cursor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self.image = sprite('mouseCollider.png')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Never draw 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bottom card is at game.leftSide - 150. Where is that?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-550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-400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bottom card is at game.leftSide - 150. Where is that?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-250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-550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-400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-400 - 150 is -550.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mouse_x()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Whether it was clicked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cursor's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Where the mouse is across, right now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mouse_x() give back?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Whether it was clicked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cursor's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Always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Where the mouse is across, right now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Asked every loop, it follows the mouse.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mouse_was_pressed and not mouse_is_pressed?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click makes one slime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works on a touchpad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other does not exist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mouse_was_pressed and not mouse_is_pressed?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click makes one slime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works on a touchpad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other does not exist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mouse_was_pressed is True for one loop only.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dot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red dot is gone, but clicking a card still makes a slime.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