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Mana, and a stronger enemy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much is left?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manaBar.png 600 x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Full: all at home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Empty: at the cap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mana 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ManaBar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sprite('manaBar.png')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mana bar you drew.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it in 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self.manaBar = ManaBar()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mana bar, and keep it...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self.manaBar = ManaBar()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self.manaBar.y = -330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...along the bottom.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self.manaBar = ManaBar()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self.manaBar.y = -330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Shrink it as you spend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self.manaBar.scaleX = 1 - game.unitCount / game.maxCount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As wide as the part of your army that is left.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send slimes. The blue bar along the bottom shrinks, and grows back as they fall.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stronger enemy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max() is a floor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loop shorter each time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Never under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Faster every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self.spawnTimer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 = max(20, self.spawnTime - 1)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Next time one loop sooner - but never under 20.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did the golem's bar flash in the middle?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bar was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new object is drawn once before its loop runs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golem was hidden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random picked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did the golem's bar flash in the middle?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bar was too big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new object is drawn once before its loop runs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golem was hidden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random picked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bar is made at 0, 0, and the unit's loop moves it a frame late.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slime touches a ghost. Do they fight?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the slime is hit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the ghost is hit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slime touches a ghost. Do they fight?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the slime is hit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the ghost is hit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hit needs neither to be a ghost.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max(20, 19) is?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max(20, 19) is?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39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20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max gives back the bigger - the wait never goes under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whole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hold out. The bats come faster and faster - can you still win?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it yours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Change one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new card or enemy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Defend it to the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 each other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