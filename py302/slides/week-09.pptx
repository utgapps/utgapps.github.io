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Only so many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Click, click, click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That is not strategy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At most 30 out at once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Choose where to send them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most you can have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game.maxCount =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most 30 units out at once.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at none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game.unitCount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No units out yet - every round.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Every card has a cost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Card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self.image = sprite('slimeCard.png')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self.x = game.leftSide - 150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self.lane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self.cost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slime costs 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Only while there is room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Card loop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cardClicked = get_collision(self, 'Cursor')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if cardClicked and mouse_was_pressed('left'):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the if asks a third question. Take it out; the new if goes in its place.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Card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cardClicked = get_collision(self, 'Cursor')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cardClicked and mouse_was_pressed('left') and game.unitCount + self.cost &lt;= game.maxCount: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CHANGED: touching, just clicked - and room in the army for this card?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Card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cardClicked = get_collision(self, 'Cursor')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cardClicked and mouse_was_pressed('left') and game.unitCount + self.cost &lt;= game.maxCount: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Pay for the unit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Card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unit = Unit()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unit.x = game.leftSide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unit.y = self.y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unit.lane = self.lane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unit.cost = self.cost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It remembers what it cost...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Card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unit = Unit()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unit.x = game.leftSide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unit.y = self.y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unit.lane = self.lane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unit.cost = self.cost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game.unitCount += self.cost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the army grows by that much.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Card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unit = Unit()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unit.x = game.leftSide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unit.y = self.y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unit.lane = self.lane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unit.cost = self.cost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game.unitCount += self.cost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it back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loop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    if self.team == 'player':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One of yours?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loop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self.team == 'player':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game.unitCount -= self.cost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Give its cost back to the army.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Unit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    if self.team == 'player':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game.unitCount -= self.cost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self.z = 1 in HealthBar start?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So they move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they are hidden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So they shrink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 bars are drawn on top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self.z = 1 in HealthBar start?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So they move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they are hidden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So they shrink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 bars are drawn on top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higher z is drawn above everything at 0.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key_was_pressed('space') give back?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space bar's name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True for the one loop space goes down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True while space is held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key_was_pressed('space') give back?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space bar's name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True for the one loop space goes down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True while space is held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Like mouse_was_pressed, but for a key.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unitCount is 30 and maxCount 30. Can you play a slime?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Yes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in lane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Only on Easy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unitCount is 30 and maxCount 30. Can you play a slime?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Yes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in lane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Only on Easy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30 + 1 is 31, over 30.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click as fast as you can. After 30 slimes the cards stop until some are gone.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Try to break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Now you choose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30 at most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Which lane next?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