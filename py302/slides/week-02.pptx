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Cards and a cursor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slimeCard.png 90 x 120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in each lane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150 left of your bases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card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Card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sprite('slimeCard.png')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slime card you drew.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Card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self.image = sprite('slimeCard.png')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self.x = game.leftSide - 150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150 left of your bases.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Card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sprite('slimeCard.png')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self.x = game.leftSide - 150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Three cards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topCard = Card()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card for the top...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topCard = Card()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topCard.y = 250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...at y 250.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topCard = Card()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topCard.y = 250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bottomCard = Card()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card for the bottom...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topCard = Card()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topCard.y = 250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bottomCard = Card()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bottomCard.y = -250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...at y -250.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topCard = Card()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topCard.y = 250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bottomCard = Card()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bottomCard.y = -250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Card()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And one in the middle, at y 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topCard = Card()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topCard.y = 250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bottomCard = Card()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bottomCard.y = -250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Card()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three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A card stands to the left of each of your bases.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does a card know it is clicked?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mouseCollider.png 10 x 10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Give the mouse an object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card asks if it is touching 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cursor's picture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Cursor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sprite('mouseCollider.png')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dot you drew.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Follow the mouse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loop runs over and 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self.x += self.speed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loop runs about 60 times every second, until the object is gone.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Anything that moves or keeps checking lives in loop.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is the mouse?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self.x = mouse_x()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mouse_x() and mouse_y() give back the mouse's x and y, right now.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In loop, they are asked again sixty times a second.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Cursor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self.x = mouse_x()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Go to the mouse's x...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Cursor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self.x = mouse_x()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mouse_y()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its 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Cursor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self.x = mouse_x()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mouse_y()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the cursor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Cursor()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the cursor - last, so on top.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is x 0, y 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middle of the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top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bottom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top right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is x 0, y 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middle of the screen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top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bottom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top right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0, 0 is the middle; plus x is right and plus y is up.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is made first in Play start?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background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cursor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cards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enemy base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is made first in Play start?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background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cursor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cards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enemy base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Made first is drawn at the back.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mouse need a Cursor object?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draw the mouse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make the mouse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So a card can ask whether it is touching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Python needs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mouse need a Cursor object?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draw the mouse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make the mouse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So a card can ask whether it is touching it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Python needs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Touching is between two objects - the cursor stands in for the mouse.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red dot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move the mouse over the game. A red dot follows it everywhere.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