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Health bars, and another 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bar that shrinks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healthBar.png 100 x 12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HealthBar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base keeps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bar, on top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HealthBar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sprite('healthBar.png')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bar you drew.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z is in front or behind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self.z =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Everything starts at z 0, drawn in the order it was made.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higher z is drawn on top of everything lower.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HealthBar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self.image = sprite('healthBar.png')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self.z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Drawn above everything else.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HealthBar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sprite('healthBar.png')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self.z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Every base makes a bar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 = 25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 = HealthBar()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a bar, and keep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 = 25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self.healthBar = HealthBar()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self.maxHealth = self.health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most health it will ever have.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Base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 = 25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 = HealthBar()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self.maxHealth = self.health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health to a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health / maxHealth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25 / 25 is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12 / 25 is about a half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0 / 25 is nothing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Keep the bar on the base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self.healthBar.x = self.x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Put the bar on this base...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self.healthBar.x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self.healthBar.y = self.y + 80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...80 above its middle...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/ divides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self.health / self.maxHealth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12 / 24 is 0.5.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Health divided by the most health is how full a bar should be.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self.healthBar.x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self.healthBar.y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self.healthBar.scaleX = self.health / self.maxHealth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...as wide as the health left.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Base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self.healthBar.y = self.y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self.healthBar.scaleX = self.health / self.maxHealth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health bars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A red bar sits above every base, and the enemy's shrinks as your slimes strike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Another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key_was_pressed('space')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True for one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Back to Play makes everything again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Tell them how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YouWin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hintText = text('Press space to play again', -300, -150)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Tell them how to play again...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YouWin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hintText = text('Press space to play again', -300, -150)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hintText.fontSize =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 little smaller.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YouWin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hintText = text('Press space to play again', -300, -150)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hintText.fontSize =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Space to play again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key_was_pressed()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key_was_pressed('space'):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key_was_pressed('space') is True for the one loop the key goes down.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Click into the game first, so it hears the keyboard.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YouWin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key_was_pressed('space'):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Space just pressed?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YouWin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key_was_pressed('space'):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set_room('Play')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Back to the battle.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YouWin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key_was_pressed('space'):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set_room('Play')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same on You Lose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YouLose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hintText = text('Press space to play again', -300, -150)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Tell them how to play again...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YouLose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hintText = text('Press space to play again', -300, -150)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hintText.fontSize =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 little smaller.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YouLose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hintText = text('Press space to play again', -300, -150)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hintText.fontSize =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Space here too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YouLose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key_was_pressed('space'):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Space just pressed?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YouLose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key_was_pressed('space'):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set_room('Play')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Back to the battle.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YouLose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key_was_pressed('space'):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set_room('Play')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many slimes must strike the enemy base to win?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25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many slimes must strike the enemy base to win?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25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health is 25, and each strike takes 1.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if inside an if is pushed in how far?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Four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Eight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Two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if inside an if is pushed in how far?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Four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Eight spaces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Two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Four more than the if it sits in.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Health 20, maxHealth 25. What is the bar's scaleX?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0.8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0.2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Health 20, maxHealth 25. What is the bar's scaleX?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0.8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0.2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20 / 25 is 0.8.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lose. Press space: a fresh battle starts, every base at full health.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