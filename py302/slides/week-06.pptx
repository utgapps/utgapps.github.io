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Bats, and a battle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enemy needs its own 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bat.png 480 x 60 - 8 frames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Facing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code flips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Bring in random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import brings in a toolbox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import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 random gives this code Python's random number tools.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goes at the very top of the code that uses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TOP: bring in Python's random toolbox.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bat in a random lane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scale is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self.healthBar.scaleX = self.health / self.maxHealth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 1 is the picture as you drew it; 0.5 is half; 2 is double.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scaleX is the width and scaleY the height.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minus scale flips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enemy.scaleX = 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scaleX -1 draws the picture back to front, the same size.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-2 flips it and makes it twice as wide.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enemy.team = 'enemy'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enemy.speed = -2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enemy.scaleX = 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Flip it to face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enemy.team = 'enemy'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enemy.speed = -2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enemy.scaleX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batSheet = sprite('bat.png', 1, 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Cut the bat's sheet into 8 frames.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enemy.team = 'enemy'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enemy.speed = -2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enemy.scaleX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batSheet = sprite('bat.png',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batAnimation = animation(batSheet, 20, 0,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Play them, 20 a second.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enemy.team = 'enemy'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enemy.speed = -2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enemy.scaleX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batSheet = sprite('bat.png',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batAnimation = animation(batSheet,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animation_set(enemy, batAnimation)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Give the bat's animation to the enemy.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random.randint() picks a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enemy.lane = random.randint(1, 3)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random.randint(1, 3) picks a whole number from 1 to 3.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ends can be picked, and it is a different one each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enemy.team = 'enemy'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enemy.speed = -2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enemy.scaleX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batSheet = sprite('bat.png',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batAnimation = animation(batSheet,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animation_set(enemy, batAnimation)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enemy.lane = random.randint(1,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random lane: 1, 2 or 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Base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enemy.team = 'enemy'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enemy.speed = -2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enemy.scaleX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batSheet = sprite('bat.png',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batAnimation = animation(batSheet,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animation_set(enemy, batAnimation)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enemy.lane = random.randint(1,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bats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Bats leave the enemy base, facing you, each down a lane of its 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Health and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Two numbers for a fight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health: how much you can take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attack: how much you hit for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Health and attack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self.speed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self.lane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self.team = 'player'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hit and you are gone.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self.speed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self.lane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self.team = 'player'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self.attack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You hit for one.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Unit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self.speed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self.lane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self.team = 'player'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self.attack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Everything you touch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get_collision_list() and for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list of every unit you touch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for takes them one at a time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!= means different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Fight everything you touch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Everything you touch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for otherUnit in get_collision_list(self, 'Unit'):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get_collision_list(self, 'Unit') gives back a list of every unit you touch.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Touching nothing, the list is empty and a for over it runs no times.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for otherUnit in get_collision_list(self, 'Unit'):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For every unit I am touching...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!= asks: different?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otherUnit.team != self.team: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!= is the opposite of ==.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True when the two things are NOT the same.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Inside another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    if self.team == 'player':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if inside an if - or inside a for - only runs when the outside one lets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lines are pushed in four more spaces.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for otherUnit in get_collision_list(self, 'Unit'):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if otherUnit.team != self.team: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...on the other team...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for otherUnit in get_collision_list(self, 'Unit'):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if otherUnit.team != self.team: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otherUnit.health -= self.attack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...take my attack off its health.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Unit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for otherUnit in get_collision_list(self, 'Unit'):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if otherUnit.team != self.team: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otherUnit.health -= self.attack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Out of health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self.health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Out of health?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destroy() removes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destroy(self)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destroy(self) removes the object whose code is running.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destroy(self.healthBar) removes the bar this unit made.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Remove this unit.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Unit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are the four parts of a timer?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Start, loop, stop, go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Make, move, hide, show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Set, count, check, reset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if, elif, else, end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are the four parts of a timer?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Start, loop, stop, go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Make, move, hide, show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Set, count, check, reset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if, elif, else, end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timer in this game has those four.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only the enemy base make enemies?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if asks for the enemy team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on the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made last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others have no timer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only the enemy base make enemies?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if asks for the enemy team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on the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made last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others have no timer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self.team == 'enemy' is only true for that one.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!= ask?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Are these equal?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Is it bigger?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Is it True?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Are these different?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!= ask?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Are these equal?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Is it bigger?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Is it True?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Are these different?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!= is the opposite of ==.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battle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send slimes. When a slime meets a bat, both disappear.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