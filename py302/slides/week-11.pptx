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golem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heavy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golem.png 480 x 60 - 8 frames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Drawn small - the code doubles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Rolling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in 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bat is already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 a 1 it becomes a golem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in ten is a golem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random.randint(1, 10) ==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Roll 1 to 10 - on a 1: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golemSheet = sprite('golem.png', 1,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Cut the golem's sheet into 8 frames.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golemAnimation = animation(golemSheet, 20, 0,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them, 20 a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animation_set(enemy, golemAnimation)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the golem's animation to the enemy.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enemy.scaleX = 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Twice as wide, and still facing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enemy.scaleY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Twice as tall.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enemy.health 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Ten hits to stop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enemy.speed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Half a bat's speed.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enemy.speed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menu need its own Cursor()?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different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Changing room removes the one before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Menus need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menu need its own Cursor()?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different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Changing room removes the one before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Menus need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removes everything from the room before.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pick Hard. What is game.maxCount?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pick Hard. What is game.maxCount?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hard button sets 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random.randint(1, 10) == 1 is true about how often?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time in 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the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random.randint(1, 10) == 1 is true about how often?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time in ten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the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number out of ten.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golem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Now and then a big, slow golem comes instead of a bat.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Fight a golem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How many slimes?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in 5? One in 20?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is most fun?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