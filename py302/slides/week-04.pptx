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Down the lanes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Marching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Speed is how far every loop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Kept in a variable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Speed 2: 120 a second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speed and a lane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Unit start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self.speed =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Move 2 every loop.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Unit start   -   line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self.speed = 2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self.lane =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middle lane, unless told otherwise.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Unit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self.speed = 2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self.lane =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March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+= and -=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self.x += self.speed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self.x += 2 means: my x becomes my x plus 2.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-= takes away the same way. Do it every loop and things move.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Unit loop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self.x += self.speed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Move by your speed - a minus speed walks left.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they march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 and click a card. The slime walks straight to the right, off the screen.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Which lane?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The card tells the unit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 card has a lane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 passes it 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Every card has a lane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Card start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self.image = sprite('slimeCard.png')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self.x = game.leftSide - 150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self.lane =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Lane 2, unless told otherwise.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top and bottom lanes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 start   -   line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topCard = Card()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topCard.y = 250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6D8C97"/>
                </a:solidFill>
                <a:latin typeface="Consolas"/>
              </a:rPr>
              <a:t>bottomCard = Card()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6D8C97"/>
                </a:solidFill>
                <a:latin typeface="Consolas"/>
              </a:rPr>
              <a:t>bottomCard.y = -250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6D8C97"/>
                </a:solidFill>
                <a:latin typeface="Consolas"/>
              </a:rPr>
              <a:t>Card()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7FE0A0"/>
                </a:solidFill>
                <a:latin typeface="Consolas"/>
              </a:rPr>
              <a:t>topCard.lane =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top card sends to lane 1...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 start   -   line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topCard = Card()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topCard.y = 250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6D8C97"/>
                </a:solidFill>
                <a:latin typeface="Consolas"/>
              </a:rPr>
              <a:t>bottomCard = Card()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6D8C97"/>
                </a:solidFill>
                <a:latin typeface="Consolas"/>
              </a:rPr>
              <a:t>bottomCard.y = -250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6D8C97"/>
                </a:solidFill>
                <a:latin typeface="Consolas"/>
              </a:rPr>
              <a:t>Card()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6D8C97"/>
                </a:solidFill>
                <a:latin typeface="Consolas"/>
              </a:rPr>
              <a:t>topCard.lane =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7FE0A0"/>
                </a:solidFill>
                <a:latin typeface="Consolas"/>
              </a:rPr>
              <a:t>bottomCard.lane =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...and the bottom card to lane 3.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Play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topCard = Card()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topCard.y = 250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7FE0A0"/>
                </a:solidFill>
                <a:latin typeface="Consolas"/>
              </a:rPr>
              <a:t>bottomCard = Card()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7FE0A0"/>
                </a:solidFill>
                <a:latin typeface="Consolas"/>
              </a:rPr>
              <a:t>bottomCard.y = -250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7FE0A0"/>
                </a:solidFill>
                <a:latin typeface="Consolas"/>
              </a:rPr>
              <a:t>Card()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7FE0A0"/>
                </a:solidFill>
                <a:latin typeface="Consolas"/>
              </a:rPr>
              <a:t>topCard.lane =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7FE0A0"/>
                </a:solidFill>
                <a:latin typeface="Consolas"/>
              </a:rPr>
              <a:t>bottomCard.lane =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Pass the lane 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Card loop   -   line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unit = Unit()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unit.x = game.leftSide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unit.y = self.y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    unit.lane = self.lane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It walks this card's lane.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bend in the road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min() and max()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min(250, 400) is 250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min(250, 200) is 200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max does the same from below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Bend towards the base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== asks, = stores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if self.lane == 1: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One = puts a value into a name.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Two == asks whether two things are exactly equal.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Unit loop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self.lane == 1: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Top lane?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min() gives the smaller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self.y = min(250, game.rightSide - self.x)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min(250, 400) is 250; min(250, 100) is 100.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 puts a ceiling on a number: never more than 250.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Unit loop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self.lane == 1: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self.y = min(250, game.rightSide - self.x)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smaller of 250 and the distance left to go.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elif - else if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elif self.lane == 3: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elif asks another question, only when every one above it was no.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Python runs the first branch that is true, and skips the rest.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Unit loop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self.lane == 1: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self.y = min(250, game.rightSide - self.x)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elif self.lane == 3: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Bottom lane?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max() gives the bigger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self.spawnTime = max(20, self.spawnTime - 1)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max(-250, -400) is -250; max(20, 35) is 35.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 puts a floor under a number: never less than the first.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Unit loop   -   line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self.lane == 1: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self.y = min(250, game.rightSide - self.x)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elif self.lane == 3: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self.y = max(-250, self.x - game.rightSide)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bigger of -250 and minus that distance.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Unit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self.lane == 1: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self.y = min(250, game.rightSide - self.x)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elif self.lane == 3: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self.y = max(-250, self.x - game.rightSide)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sprite('slimeUnit.png', 1, 8) - how many frames?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1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9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18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8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sprite('slimeUnit.png', 1, 8) - how many frames?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1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9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18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8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1 row of 8.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cardClicked is False. Does the if run?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No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Yes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Only if you click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Only once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cardClicked is False. Does the if run?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No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Yes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Only if you click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Only once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and needs both to be yes.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min(250, 400) is?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400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650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250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-150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min(250, 400) is?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400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650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250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-150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min gives back the smaller.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three lanes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 and click all three cards. The top and bottom slimes bend in to meet at the enemy base.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