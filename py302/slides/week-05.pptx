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The enemy sends its own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Which side are you 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A team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'player' or 'enemy'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Words in quotes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team, and a timer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Words in quotes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self.team = 'player'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Writing in quotes is a value too, like 'player' or 'enemy'.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variable can hold words as well as numbers.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Base start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self.team = 'player'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Every base starts on your team.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Base start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self.team = 'player'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self.spawnTimer =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timer starts at 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Base start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self.team = 'player'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self.spawnTimer = 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self.spawnTime = 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Wait 60 loops - one second.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Base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self.team = 'player'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self.spawnTimer = 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self.spawnTime = 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enemy's team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 start   -   line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enemyBase = Base()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enemyBase.x = game.rightSide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enemyBase.team = 'enemy'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It is the enemy's.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four parts of a timer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Set, count, check, reset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Set it in start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Count it in loop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Check it with an if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Reset 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Count, and check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timer counts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self.spawnTimer += 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timer changes by one every loop. 60 loops is one second.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Set it, count it, check it, and reset 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Base loop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self.spawnTimer +=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One more loop counted.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Comparing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if self.health &lt;= 0: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&amp;lt; is less than, &amp;gt; is greater than.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&amp;lt;= and &amp;gt;= also count the number itself.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Base loop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self.spawnTimer +=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self.spawnTimer &gt;= self.spawnTime and self.team == 'enemy':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Counted far enough - and the enemy's base?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Base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self.spawnTimer +=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self.spawnTimer &gt;= self.spawnTime and self.team == 'enemy':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Make an enemy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Base loop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enemy = Unit()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Make a unit...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Base loop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enemy = Unit()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enemy.team = 'enemy'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...on the enemy team...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Base loop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enemy = Unit()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enemy.team = 'enemy'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enemy.x = self.x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...at this base.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Base loop   -   line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enemy = Unit()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enemy.team = 'enemy'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enemy.x = self.x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    enemy.speed = -2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minus speed: it walks left.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Base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enemy = Unit()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enemy.team = 'enemy'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enemy.x = self.x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    enemy.speed = -2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Count again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Base loop   -   line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self.spawnTimer =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Count from 0 again.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they 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Every second a slime leaves the enemy base and walks left.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Your units have a team too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Yours unless told otherwise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enemy base sets its own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Yours start as 'player'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Every unit starts on your team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Unit start   -   line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self.speed = 2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self.lane = 2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self.team = 'player'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Your team, unless told otherwise.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slime has speed 2. How far does it go in one second?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2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120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60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30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slime has speed 2. How far does it go in one second?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2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120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60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30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2 every loop, 60 loops a second.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When is elif asked?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Always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Only when the if above was no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Only when the if was yes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Never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When is elif asked?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Always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Only when the if above was no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Only when the if was yes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Never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elif is else if.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does an enemy with speed -2 walk left?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It is flipped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enemy base pushes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Adding a minus number takes away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Its team is 'enemy'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does an enemy with speed -2 walk left?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It is flipped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enemy base pushes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Adding a minus number takes away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Its team is 'enemy'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self.x += -2 takes 2 off x every loop.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Not much of a fight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They walk straight through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Different teams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Next week: they fight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