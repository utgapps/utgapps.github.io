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Easy or hard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menu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Easy 35 - Hard 25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Menu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how hard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in the menu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Game start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set_room('Play')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the game starts in the menu now. Take it out; the new line goes in its place.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set_room('Menu')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CHANGED: start in the Menu room.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Game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set_room('Menu')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Two words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Menu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easyText = text('Easy', -480, 200)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Easy, on the left...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Menu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easyText = text('Easy', -480, 200)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easyText.fontSize = 120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...big.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Menu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easyText = text('Easy', -480, 200)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easyText.fontSize = 120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hardText = text('Hard', 170, 200)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Hard, on the right...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Menu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easyText = text('Easy', -480, 200)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easyText.fontSize = 120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hardText = text('Hard', 170, 200)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hardText.fontSize = 120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...big.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Menu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easyText = text('Easy', -480, 200)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easyText.fontSize = 120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hardText = text('Hard', 170, 200)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hardText.fontSize = 120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menu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Easy and Hard are written across the top of a black screen.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Two buttons, one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button.png 300 x 120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DifficultyButton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Each keeps which one it 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button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DifficultyButton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sprite('button.png')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button you drew.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DifficultyButton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self.image = sprite('button.png')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self.difficulty = 'easy'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Easy, unless told otherwise.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DifficultyButton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sprite('button.png')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self.difficulty = 'easy'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both buttons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Menu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easyButton = DifficultyButton()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easy button...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Menu start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easyButton = DifficultyButton()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easyButton.x = -350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...under Easy.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Menu start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easyButton = DifficultyButton()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easyButton.x = -350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hardButton = DifficultyButton()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hard button...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Menu start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easyButton = DifficultyButton()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easyButton.x = -350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hardButton = DifficultyButton()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hardButton.x =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...under Hard...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Menu start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easyButton = DifficultyButton()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easyButton.x = -350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hardButton = DifficultyButton()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hardButton.x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hardButton.difficulty = 'hard'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it is the hard one.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Menu start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easyButton = DifficultyButton()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easyButton.x = -350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hardButton = DifficultyButton()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hardButton.x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hardButton.difficulty = 'hard'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Cursor()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cursor for the menu - the one in Play is gone.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Menu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easyButton = DifficultyButton()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easyButton.x = -350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hardButton = DifficultyButton()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hardButton.x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hardButton.difficulty = 'hard'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Cursor()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Clicked - but which one?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An if inside an if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Clicked?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Easy or hard?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Set the army, and go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DifficultyButton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buttonClicked = get_collision(self, 'Cursor')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Am I touching the cursor?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DifficultyButton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buttonClicked = get_collision(self, 'Cursor')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buttonClicked and mouse_was_pressed('left'):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Touching, and just clicked?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DifficultyButton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buttonClicked = get_collision(self, 'Cursor')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buttonClicked and mouse_was_pressed('left'):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if self.difficulty == 'easy':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easy button?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DifficultyButton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buttonClicked = get_collision(self, 'Cursor')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buttonClicked and mouse_was_pressed('left'):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self.difficulty == 'easy':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game.maxCount =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 army of 35.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DifficultyButton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buttonClicked = get_collision(self, 'Cursor')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buttonClicked and mouse_was_pressed('left'):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self.difficulty == 'easy':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game.maxCount = 35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else: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Otherwise...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DifficultyButton loop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buttonClicked = get_collision(self, 'Cursor')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buttonClicked and mouse_was_pressed('left'):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self.difficulty == 'easy':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game.maxCount = 35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game.maxCount =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 army of 25.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DifficultyButton loop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buttonClicked = get_collision(self, 'Cursor')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buttonClicked and mouse_was_pressed('left'):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self.difficulty == 'easy':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game.maxCount = 35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game.maxCount = 25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set_room('Play')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Either way, to the battle.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DifficultyButton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buttonClicked = get_collision(self, 'Cursor')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buttonClicked and mouse_was_pressed('left'):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if self.difficulty == 'easy':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game.maxCount = 35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game.maxCount = 25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set_room('Play')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game.unitCount = 0 in Play start, not Game start?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So every round starts at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So it runs first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Play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Game start can not hold 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game.unitCount = 0 in Play start, not Game start?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So every round starts at 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So it runs first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Play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Game start can not hold 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Game start runs once; Play start runs every round.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unit dies. Why is its cost given back ABOVE destroy(self)?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shorter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Say everything before the unit is gone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destroy needs the cost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unit dies. Why is its cost given back ABOVE destroy(self)?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shorter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Say everything before the unit is gone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destroy needs the cost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Do what you need before you go.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set_room('Play') lined up with the inside if?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So only Easy starts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So both buttons start the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So only Hard starts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set_room('Play') lined up with the inside if?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So only Easy starts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So both buttons start the game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So only Hard starts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runs after the if and the else, for either button.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pick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click a button. The battle starts.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Easy, hard, again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game.maxCount stays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Space plays again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At the same difficulty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