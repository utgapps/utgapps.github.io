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The battlefield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Classes and rooms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background.png 1280 x 720 - base.png 120 x 120 - bridge.png 160 x 80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Background, Base, Bridge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room called Play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Capitals matter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background's picture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start runs once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self.image = sprite('base.png')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Everything in start runs one time, the moment the object is made.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Use it to set a picture, a place or a starting number.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sprite is your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DRAWING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self.image = sprite('base.png')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sprite() finds the picture you drew and puts it on the object.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name has to match exactly, including the .png.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Background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self.image = sprite('background.png')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Use the background you drew.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Make it in Play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Making an object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enemyBase = Base()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Base() builds one base from the Base class.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name on the left is how you talk to it afterwards.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Made first, drawn at the 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Background()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Objects are drawn in the order they were made.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Make the background first so everything else is drawn on top.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Background()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Make the background first, so it is drawn at the back.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Where the two sides stand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game. reaches the Game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game.unitCount += self.cost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Game class is made once and lasts the whole game.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From any class, game. reaches it - the place for the sides and the army.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game.leftSide = -400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Your bases stand at x -400.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game.leftSide = -400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game.rightSide = 500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enemy's at 500.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Game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game.leftSide = -400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game.rightSide = 500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Go to Play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room is one 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set_room('Play')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Your game can have more than one screen. Each one is a room.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set_room changes to another, and removes everything from the one before.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 start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set_room('Play')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Change to the Play room.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the field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Your background fills the screen.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base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Base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self.image = sprite('base.png')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Use the base you drew.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Base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self.image = sprite('base.png')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self.x = game.leftSide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Stand on your side - the left.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Base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self.image = sprite('base.png')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self.x = game.leftSide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bridge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Bridge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self.image = sprite('bridge.png')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Use the bridge you drew.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x and 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self.x = 50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middle of the screen is x 0, y 0.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Plus x is right, plus y is UP. Minus goes left and down.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variable holds a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self.speed = 2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variable is a name with a value in it. The name goes left of =.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self. in front makes it belong to this object, so start and loop can share it.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Bridge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self.image = sprite('bridge.png')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self.x = 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Halfway between the two sides.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Bridge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self.image = sprite('bridge.png')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self.x = 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Three of everything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 list, and a for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[250, 0, -250] is a list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for runs once for each value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laneY holds the value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Three lanes in one loop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for repeats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for laneY in [250, 0, -250]: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for laneY in [250, 0, -250]: runs the lines under it once for each value.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Each time round, laneY holds the next one.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[250, 0, -250]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list is values in square brackets, with commas between.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[250, 0, -250] is three numbers in one.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for laneY in [250, 0, -250]: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For each lane's height...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name for right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cardClicked = get_collision(self, 'Cursor')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name with no self. in front lives only inside this start or loop.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Use it for a value you need right here and nowhere else.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start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for laneY in [250, 0, -250]: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base = Base()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...make a base...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dot reaches inside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enemyBase.x = game.rightSide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base.y means: the y that belongs to base - that base's y.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dot lets one object change another.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start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for laneY in [250, 0, -250]: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base = Base()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base.y = laneY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...at that height...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start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for laneY in [250, 0, -250]: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base = Base()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base.y = laneY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bridge = Bridge()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a bridge...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start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for laneY in [250, 0, -250]: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base = Base()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base.y = laneY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bridge = Bridge()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bridge.y = laneY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...at that height too.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Play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for laneY in [250, 0, -250]: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base = Base()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base.y = laneY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bridge = Bridge()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bridge.y = laneY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three lanes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Three bases stand on the left, and three bridges cross the middle.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enemy's base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start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enemyBase = Base()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One more base...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start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enemyBase = Base()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enemyBase.x = game.rightSide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...on the enemy's side.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Play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enemyBase = Base()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enemyBase.x = game.rightSide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a room?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 class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picture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One screen of your game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base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a room?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 class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picture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One screen of your game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base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Play is a room; set_room picks which one you see.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is game.leftSide kept in game.?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So it is drawn first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Python needs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So every class can reach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So it can not change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is game.leftSide kept in game.?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So it is drawn first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Python needs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So every class can reach it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So it can not change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cards and units need it too - it is described once.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for laneY in [250, 0, -250]: - how many times do its lines run?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3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250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4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for laneY in [250, 0, -250]: - how many times do its lines run?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3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250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4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Once for each value in the list.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two sides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The enemy's base stands on the right, level with your middle base.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