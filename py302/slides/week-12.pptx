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bar for the golem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hurt is that golem?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Every unit gets a bar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Hidden for most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Shown for the golem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hidden bar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start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self.speed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self.lane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self.team = 'player'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self.attack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self.healthBar = HealthBar()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a bar, and keep it...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start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self.speed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self.lane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self.team = 'player'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self.attack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self.healthBar = HealthBar()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self.healthBar.visible =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...hidden.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start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self.speed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self.lane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self.team = 'player'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self.attack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self.healthBar = HealthBar()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self.healthBar.visible = False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self.maxHealth = self.health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most health you will ever have.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Unit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self.speed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self.lane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self.team = 'player'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self.attack =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self.healthBar = HealthBar()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self.healthBar.visible = False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self.maxHealth = self.health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Keep it on the unit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loop   -   line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self.healthBar.x = self.x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Put the bar on this unit...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loop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self.healthBar.x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self.healthBar.y = self.y + 70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...70 above its middle...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loop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self.healthBar.x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self.healthBar.y = self.y + 70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self.healthBar.scaleX = self.health / self.maxHealth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...as wide as the health left.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Unit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self.healthBar.x = self.x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self.healthBar.y = self.y + 70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self.healthBar.scaleX = self.health / self.maxHealth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Take the bar with you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Unit loop   -   line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self.health &lt;=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self.team == 'player':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game.unitCount -= self.cost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    destroy(self.healthBar)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Remove its bar first.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nothing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The game looks the same - every unit's bar is there, but hidden.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Show the golem's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maxHealth was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Change it to 10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Then show the bar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golem shows its bar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random.randint(1, 10)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golemSheet = sprite('golem.png', 1, 8)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golemAnimation = animation(golemSheet, 20, 0, 7)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animation_set(enemy, golemAnimation)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enemy.scaleX = -2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enemy.scaleY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enemy.health = 10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enemy.speed = -1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enemy.maxHealth =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most health it has.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Base loop   -   line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6D8C97"/>
                </a:solidFill>
                <a:latin typeface="Consolas"/>
              </a:rPr>
              <a:t>    if random.randint(1, 10)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golemSheet = sprite('golem.png', 1, 8)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golemAnimation = animation(golemSheet, 20, 0, 7)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animation_set(enemy, golemAnimation)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enemy.scaleX = -2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enemy.scaleY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enemy.health = 10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enemy.speed = -1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enemy.maxHealth = 10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enemy.healthBar.visible =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Show its bar.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Base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13  </a:t>
            </a:r>
            <a:r>
              <a:rPr sz="1800">
                <a:solidFill>
                  <a:srgbClr val="7FE0A0"/>
                </a:solidFill>
                <a:latin typeface="Consolas"/>
              </a:rPr>
              <a:t>    if random.randint(1, 10)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golemSheet = sprite('golem.png', 1, 8)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golemAnimation = animation(golemSheet, 20, 0, 7)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animation_set(enemy, golemAnimation)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enemy.scaleX = -2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enemy.scaleY = 2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enemy.health = 10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enemy.speed = -1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enemy.maxHealth = 10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enemy.healthBar.visible =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scaleX -2 does what?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Flips the picture and doubles its width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Halves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Hides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Moves it 2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scaleX -2 does what?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Flips the picture and doubles its width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Halves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Hides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Moves it 2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minus flips; the 2 doubles.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the golem slower than a bat?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make it fair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bigger, so the engine slows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has more frames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is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the golem slower than a bat?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To make it fair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bigger, so the engine slows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has more frames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is not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Ten health and fast would be too strong.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must the golem's maxHealth be set to 10?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So it has more health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it moves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Otherwise its bar is ten times too wide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So its bar is hidden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must the golem's maxHealth be set to 10?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So it has more health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it moves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Otherwise its bar is ten times too wide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So its bar is hidden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Unit start set maxHealth from a health of 1.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a golem's bar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wait for a golem. A bar above it shrinks as your slimes hit it.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Watch closely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Something flashes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 the middle of the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When a golem appears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