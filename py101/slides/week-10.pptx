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 and Game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self.health =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number holds all your lives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hit takes one away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At zero, the game is 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ship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Five health to 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rock costs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Spaceship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a rock no longer destroys your ship. Take out destroy(self); the health line goes in its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lose one health instead of the whole ship.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asteroidHit = get_collision(self, 'Asteroid')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asteroidHit: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destroy(asteroidHit)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enemy costs 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Spaceship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change here: take out destroy(self), and the health line goes in its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lose one health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self.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 = health - 1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NameError: Python cannot find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self.health is the ship's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Always write the 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a health label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text() puts words on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self.healthLabel = text()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text() makes a label. Its .text is the words it shows.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its color, x and y like any object.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label - words on the screen.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self.healthLabel.color = 'white'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White, so it shows on space.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self.healthLabel.color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self.healthLabel.x = -600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Over on the left.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self.healthLabel.color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self.healthLabel.x = -600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self.healthLabel.y = 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Up at the top.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self.healthLabel.x = -600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self.healthLabel.y = 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health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str() turns a number into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'Health: ' + str(self.player.health)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cannot add writing and a number.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str(5) is the writing '5', which can join 'Health: 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self.healthLabel.text = 'Health: ' + str(self.player.health)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loop, rewrite it with the ship's health. str() turns the number into writing.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health = health - 1 give a NameError?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Health is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You cannot take away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ship is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Without self. Python looks for a name in this loop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health = health - 1 give a NameError?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Health is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You cannot take away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ship is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Without self. Python looks for a name in this loop only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self.health is the ship's own; plain health does not exist.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str()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a label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Turns a number into writing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Rounds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Prints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str()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a label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Turns a number into writing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Rounds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Prints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Writing and a number cannot be added, so str(5) makes '5'.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label line go in Space loop?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Health keeps changing, so it is rewritten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is full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Labels only work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label line go in Space loop?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Health keeps changing, so it is rewritten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is full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Labels only work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Written once in start, it would say 5 for ever.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Health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Health: 5 shows in the top left. Fly into a rock - it drops to 4, and your ship survives.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Build the Game Over screen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label for the End room.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self.message.color = 'white'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writing.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self.message.fontSize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Big - 60.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self.message.fontSize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self.message.halign = 'center'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Lined up in the middle.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self.message.fontSize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self.message.halign = 'center'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self.message.text = 'GAME OVER'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words to show.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self.message.fontSize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self.message.halign = 'center'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self.message.text = 'GAME OVER'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Lose at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self.player.health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ship's health is 0 or less...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self.player.health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set_room('End')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...switch to the End room.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self.player.health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set_room('End')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GAME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crash until your health reaches 0. The screen changes to GAME OVER.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