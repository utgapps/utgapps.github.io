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Fly the 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asks a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it start with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They run only when the answer is 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ship a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ship moves 5 steps every loop a key is held.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Fly left and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key_is_pressed()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key_is_pressed('A') is True for every loop you hold A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an if to move while a key is held.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A is held...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the speed off x: left. Four spaces in front!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key_is_pressed('D'):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D is held...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key_is_pressed('D'):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the speed to x: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key_is_pressed('D'):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side to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the game. Hold A and D - the ship flies left and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Fly up and down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key_is_pressed('W'):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W is held...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key_is_pressed('W'):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the speed to y: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key_is_pressed('W'):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key_is_pressed('S'):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S is held...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key_is_pressed('W'):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key_is_pressed('S'):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the speed off y: down.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key_is_pressed('W'):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key_is_pressed('S'):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line under an if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line under an if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when the if is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means only when.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Python know a line belongs to the if?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on the next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has a capital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pushed in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Python know a line belongs to the if?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on the next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has a capital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pushed in four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Indenting under the colon is how Python groups lines.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key adds to 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key adds to 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y is up, and W flies up.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fly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the game. W, A, S and D fly the ship all over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