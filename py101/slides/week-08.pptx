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Random rocks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die in your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random.randint(1, 6)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 whole number from 1 to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one just as likely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different one every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Bring in random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import brings in more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import random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random brings in Python's random numbers.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panel imports what it uses, at the very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Bring in Python's random numbers, at the very top of Space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random spot for every rock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random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random.randint(-600, 600)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random.randint(a, b) gives any whole number from a to b, each one as likely.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rolling a die with that many sides.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self.asteroidTimer = self.asteroidTimer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self.asteroidTimer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self.newAsteroid = Asteroid()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self.newAsteroid.x = random.randint(-600, 600)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drop it at a random x, from -600 to 600. Four spaces in front.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rocks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wait. New rocks fall from a different place every time.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the rocks spin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angle turns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self.angle = self.angle + 2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angle is how far the object is turned.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 to it every loop and it spins.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Asteroid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self.angle = self.angle + 2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Turn a little more every loop, so the rock spins.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can random.randint(1, 6)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Any of 1 to 6, each as likely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1 or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random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can random.randint(1, 6) give?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Any of 1 to 6, each as likely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1 or 6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random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a die: every whole number from 1 to 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import random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Inside the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At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In Game start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At the very top of the panel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import random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Inside the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At the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In Game start only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At the very top of the panel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Imports come first, before anything uses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would you spin the other way?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Take 2 away from angle instead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Use scaleX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Destroy the rock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would you spin the other way?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Take 2 away from angle instead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Use scaleX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Destroy the rock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Adding turns one way, taking away turns the other.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spinning rocks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Every rock turns slowly as it falls.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