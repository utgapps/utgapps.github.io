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They shoot 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clock in every enemy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self.shootTimer lives inside Enemy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 every enemy has its 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Each one fires on its own schedule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an enemy laser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enemyLaser.png - 8 x 24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different colour from yours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EnemyProjectile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enemy laser its picture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EnemyProjectile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sprite('enemyLaser.png')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enemy laser picture you drew.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Fly down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EnemyProjectile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- 6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Down 6 every loop, towards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Clean 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EnemyProjectile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-425: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it is below -425...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EnemyProjectile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self.y &lt; -425: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EnemyProjectile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self.y &lt; -425: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Every enemy's own timer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self.shootTimer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enemy's own firing timer, starting at 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Fire every two seconds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self.shootTimer = self.shootTimer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Count this enemy's timer 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self.shootTimer = self.shootTimer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self.shootTimer &gt;= 120: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it reaches 120...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self.shootTimer = self.shootTimer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self.shootTimer &gt;=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self.shot = EnemyProjectile()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...make an enemy laser...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self.shootTimer = self.shootTimer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self.shootTimer &gt;=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self.shot = EnemyProjectile()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self.shot.x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this enemy's x...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self.shootTimer = self.shootTimer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self.shootTimer &gt;=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self.shot = EnemyProjectile()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self.shot.x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self.shot.y = self.y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this enemy's y...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loop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self.shootTimer = self.shootTimer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self.shootTimer &gt;=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self.shot = EnemyProjectile()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self.shot.x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self.shot.y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self.shootTimer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reset the timer.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Enemy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self.shootTimer = self.shootTimer + 1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self.shootTimer &gt;= 120: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self.shot = EnemyProjectile()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self.shot.x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self.shot.y = self.y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self.shootTimer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incoming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Every two seconds the enemy fires a laser straight down. It passes through you for now.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Getting shot hurts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shotHit = get_collision(self, 'EnemyProjectile')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an EnemyProjectile?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shotHit = get_collision(self, 'EnemyProjectile')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if shotHit: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shotHit = get_collision(self, 'EnemyProjectile')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if shotHit: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destroy(shotHit)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...destroy the shot...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Spaceship loop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shotHit = get_collision(self, 'EnemyProjectile')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if shotHit: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  destroy(shotHit)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lose one health.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Spaceship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shotHit = get_collision(self, 'EnemyProjectile')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if shotHit: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destroy(shotHit)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self.health = self.health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Four enemies are on the screen. How many shootTimers are there?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Four - one in each enemy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Sixty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Four enemies are on the screen. How many shootTimers are there?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Four - one in each enemy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Sixty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self.shootTimer lives inside Enemy, so every enemy has its own.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Enemy loop, whose x is self.x?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ship's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This enemy's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room's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laser's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 Enemy loop, whose x is self.x?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ship's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This enemy's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room's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laser's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 is the object whose code is running.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much health does an enemy laser cost?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Two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All of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much health does an enemy laser cost?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Two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All of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self.health = self.health - 1.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dodge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let an enemy laser hit you. Your health drops by 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