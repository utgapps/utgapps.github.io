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An enemy fleet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Rolled once, kept for 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random in start rolls one time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enemy gets its own roll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And keeps it all game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Bring in random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random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Enemy start needs its own random, at the very 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random speed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Enemy start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self.speed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the speed is no longer always 1. Take it out; the random version is next.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self.speed = random.randint(1,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Now a random speed - 1, 2 or 3 - rolled once for this enemy.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Enemy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self.speed = random.randint(1,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random drift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self.drift = random.randint(-2,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random drift from -2 to 2, rolled once. Minus drifts left.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Drift sideways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self.x + self.drift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Add the drift to x every loop, so the enemy slides sideways.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wandering enemy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 few times. The enemy falls at a different speed and drifts a different way each time.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 enemy timer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start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self.asteroidTimer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self.healthPickupTimer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third, for enemies.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Send a new enemy every six seconds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self.enemyTimer = self.enemyTimer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Count the enemy timer up, every loop.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self.enemyTimer = self.enemyTimer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self.enemyTimer &gt;= 360: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once it reaches 360 - six seconds...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self.enemyTimer = self.enemyTimer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self.enemyTimer &gt;= 360: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self.newEnemy = Enemy()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...make an enemy...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self.enemyTimer = self.enemyTimer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self.enemyTimer &gt;= 360: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self.newEnemy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self.newEnemy.x = random.randint(-600, 600)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...at a random x...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self.enemyTimer = self.enemyTimer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self.enemyTimer &gt;= 360: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self.newEnemy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self.newEnemy.x = random.randint(-600, 600)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self.newEnemy.y =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...above the top...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self.enemyTimer = self.enemyTimer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self.enemyTimer &gt;= 360: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self.newEnemy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self.newEnemy.x = random.randint(-600, 600)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self.newEnemy.y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self.enemyTimer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reset this timer.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Space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self.enemyTimer = self.enemyTimer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self.enemyTimer &gt;= 360: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self.newEnemy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self.newEnemy.x = random.randint(-600, 600)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self.newEnemy.y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self.enemyTimer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roll the enemy's speed in start?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start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random only works in start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So each enemy picks once and keeps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make every enemy the same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roll the enemy's speed in start?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start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random only works in start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So each enemy picks once and keeps it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make every enemy the same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Rolled in loop it would change sixty times a second.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a drift of -2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Slides the enemy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Slides it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Makes it fall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a drift of -2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Slides the enemy left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Slides it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Makes it fall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Adding a negative number makes x smaller.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many seconds is 360 loops?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36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many seconds is 360 loops?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6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36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360 divided by 60.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fleet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wait. Every six seconds a new enemy arrives somewhere along the top.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Clean up enemies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-425: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once the enemy is below -425...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self.y &lt; -425: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...destroy it.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Enemy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-425: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