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boss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 stores, ==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self.bossTimer == 1200: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equals puts a value in a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equals asks: exactly equal?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timer passes 1200 exactly 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boss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boss.png - 160 x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Big and scary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boss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sprite('boss.png')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boss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boss a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self.bossSpeed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boss's own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boss timer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self.bossTimer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fourth, for the boss.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boss arrives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self.bossTimer = self.bossTimer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the boss timer up, every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== asks, =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self.bossTimer == 1200: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== asks whether two things are exactly equal.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self.bossTimer = self.bossTimer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self.bossTimer == 1200: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at EXACTLY 1200 - twenty seconds, once...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self.bossTimer = self.bossTimer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self.bossTimer == 1200: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 = Boss()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the boss...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self.bossTimer = self.bossTimer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self.bossTimer == 1200: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self.boss = Boss()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self.boss.y =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...near the top. No reset: one boss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self.bossTimer = self.bossTimer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self.bossTimer == 1200: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 = Boss()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self.boss.y =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here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survive for twenty seconds. A huge boss appears near the top and waits there.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Sweep side to side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self.x - self.bossSpeed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by the boss's speed.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self.x - 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past the left side...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minus turns it around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self.bossSpeed = -self.bossSpeed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-self.bossSpeed is the same number, the other way: 2 becomes -2.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Taking away -2 is the same as adding 2, so the boss turns back.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self.x - 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self.bossSpeed = -self.bossSpeed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...turn it around: 2 becomes -2.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self.x - 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self.bossSpeed = -self.bossSpeed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past the right side...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self.x - 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self.bossSpeed = -self.bossSpeed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self.bossSpeed = -self.bossSpeed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...turn it around again.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Boss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self.x - 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self.bossSpeed = -self.bossSpeed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self.bossSpeed = -self.bossSpeed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 for the boss. It sweeps left and right across the top, turning at each 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boss health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self.bossHealth =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Ten hits to bring it down.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Shoot the boss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bossHit = get_collision(self, 'Projectile')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Is one of your lasers touching me?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bossHit = get_collision(self, 'Projectile')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bossHit: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it is...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bossHit = get_collision(self, 'Projectile')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bossHit: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destroy(bossHit)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that laser...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bossHit = get_collision(self, 'Projectile')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bossHit: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destroy(bossHit)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self.bossHealth = self.bossHealth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lose one boss health.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bossHit = get_collision(self, 'Projectile')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bossHit: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destroy(bossHit)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self.bossHealth = self.bossHealth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self.bossHealth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boss health reaches 0...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bossHit = get_collision(self, 'Projectile')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bossHit: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destroy(bossHit)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self.bossHealth = self.bossHealth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self.bossHealth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boss is destroyed.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Boss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bossHit = get_collision(self, 'Projectile')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bossHit: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destroy(bossHit)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self.bossHealth = self.bossHealth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self.bossHealth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value, == asks if two things are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value, == asks if two things are equal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equals stores; two equals compares.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there no reset in the boss spawner?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was forgotten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boss should come only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Resets only work with &gt;=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save a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there no reset in the boss spawner?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was forgotten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boss should come only once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Resets only work with &gt;=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save a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a reset the timer passes 1200 exactly once.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self.bossSpeed = -self.bossSpeed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Stops the boss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twice as fast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Turns the boss around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Destroys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self.bossSpeed = -self.bossSpeed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Stops the boss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twice as fast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Turns the boss around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Destroys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 becomes -2, so the boss moves the other way.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bring it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wait for the boss and shoot it ten times. It disappears.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