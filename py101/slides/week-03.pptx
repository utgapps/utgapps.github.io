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Things that move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once, loop forever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start runs one time, when the object is made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loop runs about 60 times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Anything that moves lives in 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an enemy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enemy.png - 56 x 56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Enemy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Capital 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enemy its picture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sprite('enemy.png')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enemy picture you drew.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enemy a speed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self.speed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How many steps this enemy moves every loop.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Put an enemy in the room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 = Enemy()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one enemy.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self.enemy.x = -200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Over on the left.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start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self.enemy.x = -200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self.enemy.y =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Up high, near the top.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Space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self.enemy.x = -200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self.enemy.y =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enemy waits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An enemy sits up on the left. It does not move yet.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Changing a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self.y = self.y - self.speed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Python works out the right side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Then stores the answer on the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300, 299, 298, 297...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the enemy fly down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loop runs over and 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self.y = self.y - self.speed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loop runs about 60 times every second, until the object is gone.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Anything that moves lives in loop.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Change a value using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self.y = self.y - self.speed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Python works out the right side first, then stores the answer on the left.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Do it every loop and the object moves.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self.y - self.speed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Take the speed off y, every loop. Down it goes.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falling line go in loop, not start?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loop is faster to type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start runs once; loop keeps moving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start cannot use 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falling line go in loop, not start?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loop is faster to type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start runs once; loop keeps moving it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start cannot use 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Moving means a small change again and again - that is loop.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 is 300 and speed is 1. What is y after three loops?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303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300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297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 is 300 and speed is 1. What is y after three loops?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303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300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297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loop takes 1 off: 299, 298, 297.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self.speed and not just speed?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it belongs to the enemy and loop can use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Python likes long names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is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self.speed and not just speed?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it belongs to the enemy and loop can use it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Python likes long names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is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 makes it the enemy's own, shared by its start and its loop.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here it 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enemy creeps slowly down the left side of the screen.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