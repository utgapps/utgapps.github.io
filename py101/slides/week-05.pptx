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sky full of rocks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Made first, drawn at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painter paints the sky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game draws objects in the order they were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the background is made 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space.png - 1280 x 720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size of the whole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background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Background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sprite('space.png')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space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background 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Made first, drawn at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self.background = Background()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were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background first so everything else is drawn on 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make the background first, so it is drawn at the 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space behind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Your space picture fills the screen, with the ship, rock and enemy on top.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rock a speed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Asteroid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rock's own speed.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rock fall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Asteroid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 the speed off y every loop, so the rock falls.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falling rock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rock falls down the right side and off the bottom.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Gone, but still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Off the screen is not the same as gone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forgotten rock keeps falling forever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destroy(self) really removes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Clean up the rock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Comparing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self.y &lt; -400: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is less than, &amp;gt; is greater than.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&amp;lt;= and &amp;gt;= also count the number itself.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Asteroid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the rock is below -400, past the bottom...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destroy() removes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destroy(self)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destroy(self) takes this object out of the game for good.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Off the screen is not gone - something has to destroy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Asteroid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it out of the game for good.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Asteroid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background made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the biggest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Made first means drawn at the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loads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background made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the biggest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Made first means drawn at the back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loads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are made.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if self.y &lt; -400: 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Is y more than -400?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Is y exactly -400?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Is y less than -400?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Is the rock spinning?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if self.y &lt; -400: 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Is y more than -400?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Is y exactly -400?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Is y less than -400?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Is the rock spinning?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means less than.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destroy a rock you cannot see?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score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Otherwise it keeps falling for 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a new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not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destroy a rock you cannot see?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score a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Otherwise it keeps falling for ever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a new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not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Off the screen is not gone - the game keeps working on it every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