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Your ship on the screen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Space Shooter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game you are going to build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fly the ship with W A S 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Rocks and enemies come at you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Space fires your laser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boss arrives at the 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Classes and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One recipe, many things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class is a kind of thing: Spaceship, Asteroid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object is one thing made from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rock on the screen is an Asteroid object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your pictures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ship.png 64 x 64 - asteroid.png 100 x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Give each one exactly that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asteroid is big on purpose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can redraw them any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Pick the first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runs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sprite('ship.png')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in start runs one time, the moment the object is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to set a picture, a place or a starting number.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room is one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set_room('Space')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Your game can have more than one screen. Each one is a room.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picks which screen to show.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set_room('Space')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 the game on the room called 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ship its picture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sprite is your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sprite('ship.png')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sprite() finds the picture you drew and puts it on the object.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name has to match exactly, including the .png.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sprite('ship.png')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ship picture you drew.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your 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Making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self.player = Spaceship()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Spaceship() makes one spaceship from the Spaceship class.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name on the left is how you talk to it afterwards.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 = Spaceship()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one spaceship and keep it as self.player. Press Play!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your ship is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Your ship should sit in the middle of the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rock its picture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Asteroid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sprite('asteroid.png')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asteroid picture you drew.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a rock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self.rock = Asteroid()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one asteroid and keep it as self.rock.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rock on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kind of thing, like Asteroid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rock on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kind of thing, like Asteroid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class is the kind; every rock is an object made from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start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Sixty times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you press a key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Once, when the object is 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start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Sixty times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you press a key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Once, when the object is made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 runs one time, the moment the object is made.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are the ship and the rock both in the middle?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room is too small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Every object starts at 0, 0 until you move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pictures are the same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are the ship and the rock both in the middle?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room is too small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Every object starts at 0, 0 until you move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pictures are the same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Nothing has told them where to go yet, so both start at x 0, y 0.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rock on your 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A big rock sits right on top of your ship. That is right for today.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