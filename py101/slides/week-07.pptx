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rock every two seconds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clock made of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60 loops is one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Add 1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120 means two seconds have passed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Then start again from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the timer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start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self.asteroidTimer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asteroid timer starts at 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Count, make a rock, reset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timer counts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self.asteroidTimer = self.asteroidTimer + 1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timer goes up by one every loop. 60 loops is one second.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Count, trigger at a number, reset to 0 - and it repeats.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self.asteroidTimer = self.asteroidTimer + 1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Add one to the timer, every loop.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self.asteroidTimer = self.asteroidTimer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self.asteroidTimer &gt;= 120: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once it reaches 120 - two seconds...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self.asteroidTimer = self.asteroidTimer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self.asteroidTimer &gt;= 120: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self.newAsteroid = Asteroid()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...make a new asteroid...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self.asteroidTimer = self.asteroidTimer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self.asteroidTimer &gt;= 120: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self.newAsteroid = Asteroid()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self.newAsteroid.y =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...up above the top of the screen...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self.asteroidTimer = self.asteroidTimer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self.asteroidTimer &gt;= 120: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self.newAsteroid = Asteroid()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self.newAsteroid.y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self.asteroidTimer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set the timer back to 0, so it counts again.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Space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self.asteroidTimer = self.asteroidTimer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self.asteroidTimer &gt;= 120: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self.newAsteroid = Asteroid()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self.newAsteroid.y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self.asteroidTimer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many loops are there in two seconds?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200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many loops are there in two seconds?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120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200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Loop runs sixty times a second.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&amp;gt;=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Less than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Exactly equal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Not equal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Greater than or equal to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&amp;gt;=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Less than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Exactly equal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Not equal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Greater than or equal to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&amp;gt;= counts the number itself as well.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happens without the reset line?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After two seconds, a rock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 rocks at 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One rock only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happens without the reset line?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After two seconds, a rock every loop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 rocks at 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One rock only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timer would stay above 120, so the if would fire every loop.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rock storm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wait. Every two seconds a new rock falls down the middle of the screen.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