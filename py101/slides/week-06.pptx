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Crash!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get_collision(self, 'Asteroid')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answer is the rock you touch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Or False if you touch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a rock as yes, False as 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Crash into a rock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asteroidHit = get_collision(self, 'Asteroid')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'Asteroid') gives back the rock you are touching,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rock as yes and False as 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asteroidHit = get_collision(self, 'Asteroid')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an answer you need right here and nowhere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asteroidHit = get_collision(self, 'Asteroid')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an Asteroid? Keep the answer in asteroidHit.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asteroidHit: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really am...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destroy(asteroidHit)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rock I hit...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destroy myself.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rock crash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click the game, and fly into the falling rock. The rock and your ship both disappear.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Crash into an enemy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an Enemy? Keep the answer in enemyHit.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really am...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destroy(enemyHit)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enemy I hit...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destroy myself.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'Asteroid')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rock you touch,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asteroid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rocks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'Asteroid')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rock you touch,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asteroid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rocks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answers with the thing you are touching, or False if nothing.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asteroidHit written without self.?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only needed right here in this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asteroidHit written without self.?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only needed right here in this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without self. lives only inside this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changes between the rock crash and the enemy crash?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Everything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indentation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class name and the variable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changes between the rock crash and the enemy crash?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Everything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indentation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class name and the variable name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pattern: only 'Enemy' and enemyHit are new.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enemy crash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fly into the enemy. Both of you are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