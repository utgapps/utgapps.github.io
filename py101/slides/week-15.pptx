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boss fires 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last piece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picture, a fall, a clean-up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timer inside the boss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crash that costs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ray.png - 20 x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code stretches it three times wider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BossRay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ray's picture, stretched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BossRay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sprite('ray.png')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ray picture you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BossRay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sprite('ray.png')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self.scaleX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Three times as wide - and the same height.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BossRay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sprite('ray.png')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self.scaleX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BossRay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Down 5 every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Clean 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BossRay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-425: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is below -425...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BossRay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-425: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BossRay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boss's firing timer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self.rayTimer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boss's firing timer, starting at 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Fire every three seconds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self.rayTimer = self.rayTimer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Count the ray timer 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self.rayTimer = self.rayTimer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self.rayTimer &gt;= 180: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reaches 180 - three seconds...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self.rayTimer = self.rayTimer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self.rayTimer &gt;= 180: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self.ray = BossRay()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...make a ray...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self.rayTimer = self.rayTimer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self.rayTimer &gt;= 180: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self.ray = BossRay()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self.ray.x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the boss's x...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self.rayTimer = self.rayTimer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self.rayTimer &gt;= 180: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self.ray = BossRay()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self.ray.x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self.ray.y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the boss's y...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Boss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self.rayTimer = self.rayTimer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self.rayTimer &gt;= 180: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self.ray = BossRay()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self.ray.x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self.ray.y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self.rayTimer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reset the timer.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Boss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self.rayTimer = self.rayTimer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self.rayTimer &gt;= 180: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self.ray = BossRay()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self.ray.x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self.ray.y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self.rayTimer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death 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 for the boss. Every three seconds it fires a wide ray straight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ray hurts more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rayHit = get_collision(self, 'BossRay')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 BossRay?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rayHit = get_collision(self, 'BossRay')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if rayHit: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rayHit = get_collision(self, 'BossRay')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if rayHit: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destroy(rayHit)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the ray...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rayHit = get_collision(self, 'BossRay')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if rayHit: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destroy(rayHit)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lose TWO health.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Spaceship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rayHit = get_collision(self, 'BossRay')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if rayHit: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destroy(rayHit)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scaleX = 3 on its own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Three times as tall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Three times as wide, same height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Three times bigger all over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Moves it 3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scaleX = 3 on its own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Three times as tall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Three times as wide, same height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Three times bigger all over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Moves it 3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stretches only left to right.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class is the boss ray most like?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EnemyProjectile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Background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HealthPickup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Spaceship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class is the boss ray most like?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EnemyProjectile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Background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HealthPickup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Spaceship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Fired from an object's spot, falling, and costing health.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full-health ship takes ray hits. How many end the game?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Five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Two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Three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full-health ship takes ray hits. How many end the game?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Five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Two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Three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5, then 3, then 1, then -1 - the third ray takes it to zero or below.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whole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play it all: dodge, shoot, heal, face the boss. A ray hit costs two health. Reach zero and it is GAME OVER.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