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Health pickups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 know all of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picture, a fall, a clean-up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that spawns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collision that changes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pickup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pickup.png - 40 x 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Green, so it looks good to catch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HealthPickup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pickup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HealthPickup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sprite('pickup.png')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pickup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fall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HealthPickup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Down 2 every loop - gently.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it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HealthPickup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below -400...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HealthPickup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HealthPickup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second timer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self.asteroidTimer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self.healthPickupTimer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timer, for pickups.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Spawn a pickup every five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self.healthPickupTimer = self.healthPickupTimer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the pickup timer up, every loop.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self.healthPickupTimer &gt;= 300: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reaches 300 - five seconds...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self.healthPickupTimer &gt;=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 = HealthPickup()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 pickup...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self.healthPickupTimer &gt;=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 = HealthPickup()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self.newPickup.x = random.randint(-600, 600)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a random x...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self.healthPickupTimer &gt;=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 = HealthPickup()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self.newPickup.y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...above the top...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self.healthPickupTimer &gt;=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 = HealthPickup()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self.newPickup.y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self.healthPickupTimer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reset this timer.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self.healthPickupTimer = self.healthPickupTimer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self.healthPickupTimer &gt;= 300: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 = HealthPickup()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self.newPickup.x = random.randint(-600, 600)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self.newPickup.y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self.healthPickupTimer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pickups 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five seconds. A pickup drifts down. Catching it does nothing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Catch a pickup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pickupHit = get_collision(self, 'HealthPickup')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 HealthPickup?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pickupHit = get_collision(self, 'HealthPickup')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if pickupHit: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pickupHit = get_collision(self, 'HealthPickup')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if pickupHit: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destroy(pickupHit)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pickup...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pickupHit = get_collision(self, 'HealthPickup')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if pickupHit: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destroy(pickupHit)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gain one health.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pickupHit = get_collision(self, 'HealthPickup')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if pickupHit: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destroy(pickupHit)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pickup spawner need its own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Timers cannot be shared by law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asteroid timer keeps resetting every two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use less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pickup spawner need its own timer?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Timers cannot be shared by law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asteroid timer keeps resetting every two seconds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use less memory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spawner counts its own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five seconds?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five seconds?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500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a second, times five.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different from the rock crash?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Health goes up by one instead of down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destroys the 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uses key_was_pressed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different from the rock crash?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Health goes up by one instead of down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destroys the ship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uses key_was_pressed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pattern with + 1.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heal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Take a hit, then catch a pickup. Your health goes back up.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