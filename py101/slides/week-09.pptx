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Fire!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Held or pressed?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key_was_pressed(' 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key_is_pressed is True while you hold the key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key_was_pressed is True for one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press, one laser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a laser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laser.png - 8 x 24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Thin and bright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Projectile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laser its picture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Projectile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sprite('laser.png')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laser picture you drew.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the laser fly 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Projectile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self.y + 8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Up 8 every loop - fast.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Fire on space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key_was_pressed()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key_was_pressed(' 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key_was_pressed(' ') is True for only the one loop the key goes down.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press, one action - however long you hold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 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 the one loop space goes down...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 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self.laser = Projectile()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...make a laser...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 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self.laser = Projectile()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self.laser.x = self.x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...at the ship's own x...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 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self.laser = Projectile()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self.laser.x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self.laser.y = self.y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the ship's own 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Spaceship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 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self.laser = Projectile()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self.laser.x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self.laser.y = self.y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key_was_pressed for the laser?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press makes one laser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key_is_pressed does not work for space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looks nicer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key_was_pressed for the laser?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press makes one laser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key_is_pressed does not work for space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looks nicer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key_is_pressed would fire every loop you held space.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Spaceship loop, what is self.x?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laser's 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room's 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ship's 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Always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Spaceship loop, what is self.x?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laser's 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room's 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ship's x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Always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 is the object whose code is running - here, the ship.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copy the ship's x and y to the laser?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move the ship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make two ships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the laser starts where the ship is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destroy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copy the ship's x and y to the laser?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move the ship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make two ships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the laser starts where the ship is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destroy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new object starts at 0, 0 unless you tell it otherwise.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pew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click the game and tap space. A laser leaves your ship and flies up. It goes straight through rocks for now.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Blast rocks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Projectile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asteroidHit = get_collision(self, 'Asteroid')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Is this laser touching an Asteroid?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Projectile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asteroidHit = get_collision(self, 'Asteroid')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asteroidHit: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it is...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Projectile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asteroidHit = get_collision(self, 'Asteroid')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asteroidHit: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destroy(asteroidHit)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...destroy the rock...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Projectile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asteroidHit = get_collision(self, 'Asteroid')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asteroidHit: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destroy(asteroidHit)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the laser.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Projectile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asteroidHit = get_collision(self, 'Asteroid')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asteroidHit: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destroy(asteroidHit)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Blast enemies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Projectile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enemyHit = get_collision(self, 'Enemy')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Is this laser touching an Enemy?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Projectile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enemyHit: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it is...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Projectile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destroy(enemyHit)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...destroy the enemy...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Projectile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the laser.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Projectile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blast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shoot. A laser that touches a rock or the enemy takes it out.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Clean up missed shots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Projectile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&gt; 400: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the laser is above 400, past the top...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Projectile loop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&gt; 400: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...destroy it.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Projectile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&gt; 400: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