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Everything in its 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x from -640 to 640 - y from -360 to 360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is 0,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minus x is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y is up, minus y is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Names that hold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 = Spaceship()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goes on the left of =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value goes on the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Move the ship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dot reaches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self.player.y = -250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self.player.y means: the y that belongs to self.player.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lets the room change an object it made.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and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self.rock.x = 200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of the screen is x 0, y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plus y is UP. Minus goes left and 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 = Spaceship()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Move it down near the bottom. Minus y is 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ship at the bottom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Your ship is near the bottom now, and the rock is still in the middle.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Move the rock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self.rock = Asteroid()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self.rock.x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to the right of the middle.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self.rock = Asteroid()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self.rock.x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self.rock.y =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250 up from the middle.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self.rock = Asteroid()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self.rock.x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self.rock.y =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Shrink the rock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scaleX and scaleY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self.scaleX = 0.5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is the size you drew. 0.5 is half, 2 is double.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both by the same amount to keep the shape.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variable holds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self.speed 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it. The name goes left of 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in front makes it belong to this object, so start and loop can share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= 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Half as wide...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self.scaleX = 0.5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self.scaleY = 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half as tall, so it keeps its shape.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Asteroid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= 0.5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self.scaleY = 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y = -250?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Near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 the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Near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y = -250?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Near the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 the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Near the bottom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middle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y is up, minus y is down.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self.player.y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y that belongs to self.player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new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room's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ship's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self.player.y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y that belongs to self.player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new player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room's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ship's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reaches inside self.player to its 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0.5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the picture half as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it twice as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Turns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0.5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the picture half as wide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it twice as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Turns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is normal size; 0.5 is half.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small rock, top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ship is at the bottom and a half-size rock is up in the top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