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Invincible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moment of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grace period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Hit: the timer is 90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loop: one less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Only hit when it has run 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safety timer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self.invincibleTimer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Not safe yet - nothing has hit 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Count it down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44  </a:t>
            </a:r>
            <a:r>
              <a:rPr sz="1800">
                <a:solidFill>
                  <a:srgbClr val="7FE0A0"/>
                </a:solidFill>
                <a:latin typeface="Consolas"/>
              </a:rPr>
              <a:t>self.invincibleTimer = self.invincibleTimer - 1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One loop less of safety.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Only hit when it has run 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Player loop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if enemyHit: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a virus only counts once your safety has run out. Take it out; the new if goes in its place.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and - both at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enemyHit and self.invincibleTimer &lt; 0: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and joins two questions.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if runs only when BOTH are true.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if enemyHit and self.invincibleTimer &lt; 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CHANGED: Only when I am AND my safety has run out...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 and self.invincibleTimer &lt;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game.enemiesNumber = game.enemiesNumber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print('Enemies left: ' + str(game.enemiesNumber))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self.invincibleTimer = 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...I am hit: 90 loops of safety.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7FE0A0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7FE0A0"/>
                </a:solidFill>
                <a:latin typeface="Consolas"/>
              </a:rPr>
              <a:t>if enemyHit and self.invincibleTimer &lt; 0: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7FE0A0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game.enemiesNumber = game.enemiesNumber - 1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print('Enemies left: ' + str(game.enemiesNumber))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7FE0A0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self.invincibleTimer = 90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if game.balloonCount == 3: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destroy(self.b1)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game.balloonCount = 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elif game.balloonCount == 2: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destroy(self.b2)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game.balloonCount =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destroy(self.b3)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one at a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let a virus touch Pixelhead from above. One balloon pops, and the next touch only counts after a moment.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Viruses for level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Each one places itself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a random place in start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 x and y in the room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Bring in random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random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At the VERY TOP: bring in Python's random toolbox.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somewhere in the sky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random.randint(-600, 600)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Anywhere from -600 to 600 across.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start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self.x = random.randint(-600, 600)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random.randint(-300, 150)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From -300 up to 150 - never on top of Pixelhead.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Enemy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random.randint(-600, 600)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random.randint(-300, 150)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Three viruses in level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self.enemy1 = Enemy()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Three viruses, each placing itself.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self.enemy1 = 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self.enemy2 = Enemy()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second.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self.enemy1 = 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self.enemy2 = 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self.enemy3 = Enemy()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third.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Level2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self.enemy1 = 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self.enemy2 = 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self.enemy3 = Enemy()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does an if with and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When either is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When both questions are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does an if with and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When either is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When both questions are true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and needs both.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safety timer is set to 90. How long are you safe?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90 seconds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9 seconds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second and a half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Half a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safety timer is set to 90. How long are you safe?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90 seconds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9 seconds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second and a half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Half a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60 loops is one second.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 Level1's viruses ignore their random place?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random is broken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They are persistent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room sets x and y after their start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Level1 has no random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 Level1's viruses ignore their random place?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random is broken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They are persistent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room sets x and y after their start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Level1 has no random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Level1's own x and y lines run last, so they win.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level 2 fights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clear level 1. Level 2 has three viruses, somewhere new each time.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