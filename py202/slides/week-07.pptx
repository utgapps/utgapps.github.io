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Stomp or pop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collision?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Two boxes overlap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Clap: your hands collide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see-through corners count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 gives back what you touch, or False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 if inside an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Touching a virus? No: carry 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Yes - am I higher? Yes: the virus is gone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No: Pixelhead is gone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Stomp or pop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get_collision - are they touching?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enemyHit = get_collision(self, 'Enemy')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get_collision(self, 'Enemy') gives back the virus you touch, or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if treats the virus as yes and False as 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name for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enemyHit = get_collision(self, 'Enemy')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with no self. in front lives only inside this loop.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for an answer you need right here and nowhere else.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 virus? Keep the answer in enemyHit.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if inside an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    if self.y &gt; enemyHit.y: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inside if only gets asked when the outside one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are pushed in eight spaces.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self.y &gt; enemyHit.y: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...am I higher than it?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destroy() removes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destroy(enemyHit)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destroy(enemyHit) takes the virus you touched out of the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destroy(self) removes the object whose code is running.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destroy(enemyHit)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Yes: take the virus out of the game.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else - otherwise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else: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else: lines up with its if, and ends with a colon.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run when the if is NOT true.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Otherwise...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destroy(self.b1)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...pop the first balloon...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destroy(self.b1)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destroy(self.b2)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...the second...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destroy(self.b1)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destroy(self.b2)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destroy(self.b3)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...the third...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destroy(self.b1)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destroy(self.b2)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destroy(self.b3)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take Pixelhead out too.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destroy(self.b1)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destroy(self.b2)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destroy(self.b3)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stomp or pop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 for a virus to reach Pixelhead. From below, the virus goes. From above, Pixelhead and its balloons go.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Pop the bubbles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bubbleHit = get_collision(self, 'Bubble')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 bubble? Keep the answer in bubbleHit.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bubbleHit = get_collision(self, 'Bubble')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if bubbleHit: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bubbleHit = get_collision(self, 'Bubble')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if bubbleHit: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destroy(bubbleHit)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...pop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bubbleHit = get_collision(self, 'Bubble')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if bubbleHit: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destroy(bubbleHit)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get_collision give back when you touch nothing?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get_collision give back when you touch nothing?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gives back the thing you touch, or False.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is at y 50, a virus at y 20. Who wins?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Pixelhead - it is higher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virus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Nobody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Both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is at y 50, a virus at y 20. Who wins?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Pixelhead - it is higher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virus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Nobody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Both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50 is higher than 20, so the virus is destroyed.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 the lines under else run?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the if's question is not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the if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 the lines under else run?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the if's question is not true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the if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 means otherwise.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steer into a rising bubble. It pops.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