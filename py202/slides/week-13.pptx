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New level, same balloons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balloon left behind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Lose one, clear the level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 start always builds three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count says two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So one never follows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Build only what you have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3: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with all three balloons left...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...build b1.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2: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with at least two...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...build b2...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self.b2.angle = -30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...leaning one way.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Only with any at all...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 = Balloon()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...build b3...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self.b3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self.b3.angle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...leaning the other way.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self.b1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self.b2.angle = -30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game.balloonCount &gt;=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 = Balloon()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self.b3.angle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same balloons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Play, lose a balloon in level 1 and clear it. Level 2 starts with two balloons, and nothing in the middle.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Heavier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Gravity 1, then 1.5, then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Fewer balloons, more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stomp is a bounce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Bounce, and sink faster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19  </a:t>
            </a:r>
            <a:r>
              <a:rPr sz="18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20  </a:t>
            </a:r>
            <a:r>
              <a:rPr sz="1800">
                <a:solidFill>
                  <a:srgbClr val="6D8C97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21  </a:t>
            </a:r>
            <a:r>
              <a:rPr sz="18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22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23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24  </a:t>
            </a:r>
            <a:r>
              <a:rPr sz="18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25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self.boostTimer =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bounce up for 30 loops.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self.boostTimer = 30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self.invincibleTimer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game.gravity = 1.5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I am heavier.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loop   -   line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self.boostTimer = 30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self.invincibleTimer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game.gravity = 1.5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game.gravity =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...and I am heavier still.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enemyHit = get_collision(self, 'Enemy')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if enemyHit and self.invincibleTimer &lt; 0: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if self.y &gt; enemyHit.y: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destroy(enemyHit)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game.enemiesNumber = game.enemiesNumber - 1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print('Enemies left: ' + str(game.enemiesNumber))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self.boostTimer = 30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self.invincibleTimer = 90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game.balloonCount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destroy(self.b1)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game.gravity = 1.5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elif game.balloonCount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destroy(self.b2)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game.balloonCount 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game.gravity = 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destroy(self.b3)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destroy(self)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a balloon stuck in the middle of level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Player start always built three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virus took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was a balloon stuck in the middle of level 2?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Player start always built three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virus took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Gravity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was persistent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count said two, so b1 was built but never moved.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gravity with one balloon left?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1.5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the gravity with one balloon left?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1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1.5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2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Fewer balloons, more gravity: 1, 1.5, then 2.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makes a stomp a bounce?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game.gravity =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self.boostTimer =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destroy(enemyHit)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self.y =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makes a stomp a bounce?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game.gravity = 2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self.boostTimer = 30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destroy(enemyHit)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self.y = 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boost timer you already had lifts Pixelhead for 30 loops.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heavier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Stomp a virus and Pixelhead bounces up. Lose a balloon and it sinks faster.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