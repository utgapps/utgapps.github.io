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Act it out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If you are wearing shoes, stand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question, and what to do when it is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tap changes the speed by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Steer with the arrows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self.y &gt; 300: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an if run only when its question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line ends with a colon; the lines under it start with four spaces.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key_was_pressed('arrowRight'):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key_was_pressed('arrowRight') is True for only the one loop the key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tap, one change - however long you hold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key_was_pressed('arrowRight'):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 the loop right is tapped...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self.speed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...one faster to the right...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...face right...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print() writes to the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print('Speed: ' + str(self.speed))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print() puts a line of words in the console under the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Players never see it - you use it to check what your code is doing.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str() turns a number into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'Speed: ' + str(self.speed)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+ can add two numbers or join two pieces of words - not one of each.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str(self.speed) turns 3 into '3', so + can join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print('Speed: ' + str(self.speed))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write the new speed in the console.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print('Speed: ' + str(self.speed))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key_was_pressed('arrowLeft'):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 the loop left is tapped...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print('Speed: ' + str(self.speed))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self.speed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...one faster to the left...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minus scaleX flips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self.scaleX =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1 is the picture as you drew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scaleX = -1 is the same size, flipped like a mirror.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print('Speed: ' + str(self.speed))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...face left - flipped...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print('Speed: ' + str(self.speed))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if key_was_pressed('arrowLeft'):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self.speed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print('Speed: ' + str(self.speed))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write the new speed.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key_was_pressed('arrowRight'):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self.speed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print('Speed: ' + str(self.speed))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key_was_pressed('arrowLeft'):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self.speed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print('Speed: ' + str(self.speed))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key_was_pressed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As long as you hold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Until you press another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One loop, when the key goes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key_was_pressed True?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As long as you hold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Until you press another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One loop, when the key goes down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tap, one 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speed is 2. You tap left three times. What is it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speed is 2. You tap left three times. What is it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-1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1, 0, -1.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-1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it smaller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Flips the picture like a mirror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scaleX = -1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Makes it smaller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Moves it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Flips the picture like a mirror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size, the other way round.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steer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click the game and tap the arrows. Pixelhead speeds up, slows down and turns round, and the console shows the speed.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