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ways to 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gameOver.png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room called GameOver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last balloon pops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fall off the bottom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game over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background...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self.screen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self.screen.image = sprite('gameOver.png')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...with the game over picture.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GameOver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self.screen.image = sprite('gameOver.png')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Say what to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print('Press space to play again')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Say how to play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 over on the last balloon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self.boostTimer = 30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self.invincibleTimer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game.gravity = 1.5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game.gravity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destroy(self.b3)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set_room('GameOver')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the game is over.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 over off the bottom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Fallen out of the sky?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set_room('GameOver')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game is 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50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set_room('GameOver')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game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fall off the bottom. The game over screen appears and the console says what to press.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Again!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Put back what changed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key_is_pressed: as long as it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 ' is the space bar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Reset all three of Game's numbers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Press space to play again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key_is_pressed()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 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key_is_pressed(' ') is True for every loop you hold the key.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 ' with a space between the quotes is the space bar.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 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space is held...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game.enemiesNumber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...no viruses counted...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game.enemiesNumber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game.balloonCount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...three balloons...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game.enemiesNumber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game.balloonCount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game.gravity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...gravity back to 1...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game.enemiesNumber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game.balloonCount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game.gravity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set_room('Level1')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start again in Level1.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GameOver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 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game.enemiesNumber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game.balloonCount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game.gravity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set_room('Level1')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two things end the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Pressing space, or a bubble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stomp, or a bubble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last balloon pops, or you fall off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 2, or the win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two things end the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Pressing space, or a bubble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stomp, or a bubble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last balloon pops, or you fall off the bottom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 2, or the win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go to set_room('GameOver').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key_is_pressed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As long as the key is held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Until the next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key_is_pressed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As long as the key is held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Until the next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True for every loop the key is down.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reset game.enemiesNumber?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resets itself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memory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virus left over would stop the count reaching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reset game.enemiesNumber?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resets itself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memory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virus left over would stop the count reaching 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it, level 2 never 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lose, and press space. Level 1 starts again with three balloons and two viruses.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