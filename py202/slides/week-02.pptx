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Mountains, and a drift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mountains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mountains.png - 1280 x 720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a class called Background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whole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Sky above, mountains below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the background its picture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Background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sprite('mountains.png')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mountains you drew.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Put up the mountains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Made first, drawn at the 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self.background = Background()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were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Make the background first so everything else is drawn on top.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self.background = Background()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At the VERY TOP: make the background first, so it is drawn at the 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mountains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mountains fill the screen, with Pixelhead, the virus and the bubbles on top.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and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Once, and over and over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runs once, when the object is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lives in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Bubbles rise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loop runs over and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self.y = self.y + 1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loop runs about 60 times every second, until the object is gone.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Anything that moves or keeps checking lives in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Change a value using itself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self.x = self.x + self.speed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Python works out the right side first, then stores the answer on the left.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Do it every loop and the object moves.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Bubble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self.y = self.y + 1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My new y is my old y plus 1: up, every loop.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speed for Pixelhead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variable holds a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self.speed =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is a name with a value in it. The name goes left of =.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self. in front makes it belong to this object, so start and loop can share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self.speed =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Start drifting right, slowly.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Drift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self.x = self.x + self.speed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Add my speed to my x, every loop.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background made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it loads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is drawn at the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is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is the background made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So it loads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So it is drawn at the back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Python needs it first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So it is bigger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Objects are drawn in the order they are made.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 is 10. What is it after three loops of self.y = self.y + 1?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y is 10. What is it after three loops of self.y = self.y + 1?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13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10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11, 12, 13.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self.speed instead of a 1?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speed can change while the game runs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Numbers are not allowed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makes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self.speed instead of a 1?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The speed can change while the game runs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is shorter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Numbers are not allowed in loop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makes it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variable can change; a 1 typed in the code cannot.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drifting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bubbles float up and Pixelhead drifts slowly to the right.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