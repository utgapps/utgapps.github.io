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Up and 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Bigger and smaller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&amp;lt; and &amp;gt;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8 &amp;lt; 13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-2 &amp;gt; -9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Further left on the number line is smaller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way am I going?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Words in quotes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self.verticalDirection = 'up'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Writing in quotes is a value too, like 'up' or 'right'.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can hold words as well as numbers.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self.verticalDirection = 'up'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 out going 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Move the way you are going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== asks, =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self.verticalDirection == 'up':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= puts a value into a name.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Two == asks whether two things are exactly equal.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self.verticalDirection == 'up':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while I am going up...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self.verticalDirection == 'up':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...add 1 to 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self.verticalDirection == 'up':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self.y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self.verticalDirection == 'down':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while I am going down...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self.verticalDirection == 'up':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self.y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self.verticalDirection == 'down':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...take 1 off 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Enemy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self.verticalDirection == 'up':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self.verticalDirection == 'down':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up and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virus flies up and off the top of the screen. Ask why it never comes down.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Turn at the top and bottom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Comparing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self.y &gt; 300: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&amp;lt; is less than, &amp;gt; is greater than.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&amp;lt;= and &amp;gt;= also count the number itself.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&gt; 300: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Above 300?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self.y &gt; 300: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self.verticalDirection = 'down'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Go down from now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self.y &gt; 300: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self.verticalDirection = 'down'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-300: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Below -300?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self.y &gt; 300: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self.verticalDirection = 'down'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self.y &lt; -300: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self.verticalDirection = 'up'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Go up from now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Enemy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&gt; 300: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self.verticalDirection = 'down'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-300: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self.verticalDirection = 'up'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second virus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self.enemy1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self.enemy1.x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self.enemy1.y = -200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self.enemy2 = Enemy()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second virus, self.enemy2.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self.enemy1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self.enemy1.x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self.enemy1.y = -200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self.enemy2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self.enemy2.x =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300 to the right.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self.enemy1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self.enemy1.x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self.enemy1.y = -200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self.enemy2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self.enemy2.x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self.enemy2.y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Halfway up.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Level1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self.enemy1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self.enemy1.x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self.enemy1.y = -200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self.enemy2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self.enemy2.x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self.enemy2.y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is bigger, -300 or -200?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-300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They are the same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You cannot compare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-200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is bigger, -300 or -200?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-300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They are the same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You cannot compare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-200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-200 is further right on the number line.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difference between = and ==?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= asks, == stores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= stores, == asks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==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difference between = and ==?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= asks, == stores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= stores, == asks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==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= puts a value in; two == compares.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virus is at y 301, going up. What happens next?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keeps going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stops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starts going down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disappears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virus is at y 301, going up. What happens next?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keeps going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stops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starts going down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disappears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Above 300, verticalDirection becomes 'down'.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patrol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Two viruses patrol up and down, turning at the top and the bottom.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