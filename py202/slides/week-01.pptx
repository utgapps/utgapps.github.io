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Pixelhead, a virus and two bubbles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Balloon Fight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game you are going to build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Float under three balloons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Pop bubbles to fly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Land on viruses from above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Two levels, and a game 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Classes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 blueprint, and the things built from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a kind of thing: Player, Enemy, Bubble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object is one thing built from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bubble is a Bubble 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your 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pixelhead.png 60 x 80 - virushead.png 60 x 60 - bubble.png 50 x 50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Pixelhead and the virus facing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Exactly those names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 redraw them any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Pixelhead a picture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runs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sprite('pixelhead.png')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in start runs one time, the moment the object is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to set a picture, a place or a starting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is your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sprite('pixelhead.png')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sprite() finds the picture you drew and puts it on the object.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has to match exactly, including the .png.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sprite('pixelhead.png')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Pixelhead picture you drew.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Pixelhead in Level1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 = Player()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Player() builds one player from the Player class.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on the left is how you talk to it afterwards.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player and keep it as self.player.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dot reaches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self.player.x = 200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self.player.x means: the x that belongs to self.player - the player's x.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dot lets one object change another it made.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x and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self.player.x = 200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middle of the screen is x 0, y 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Plus x is right, plus y is UP. Minus goes left and down.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self.player.x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to the right of the middle.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self.player.x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up.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self.player.x = 200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self.player.y =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Go to Level1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room is one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set_room('Level1')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game can have more than one screen. Each one is a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changes to another, and removes everything from the one before.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set_room('Level1')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 to the Level1 room.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Pixelhead is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is up and to the right of the middle.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virus a picture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Enemy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sprite('virushead.png')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virus picture you drew.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virus, bottom left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 = Enemy()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virus and keep it as self.enemy1.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self.enemy1.x = -300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300 to the LEFT - minus.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self.enemy1.x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self.enemy1.y = -200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200 down - minus.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 = Enemy()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self.enemy1.x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self.enemy1.y = -200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bubble a picture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Bubble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sprite('bubble.png')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bubble picture you drew.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Two bubbles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self.bubble1 = Bubble()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bubble, self.bubble1.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self.bubble1.x = 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400 to the right.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self.bubble1.y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Near the bottom.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self.bubble2 = Bubble()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bubble, self.bubble2.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self.bubble2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self.bubble2.x = 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400 to the LEFT.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self.bubble1.y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self.bubble2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self.bubble2.x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self.bubble2.y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Near the bottom.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Level1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self.bubble1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self.bubble1.x = 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self.bubble1.y = -250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self.bubble2 = Bubble()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self.bubble2.x = -400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self.bubble2.y = -250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bubble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blueprint for a kind of thing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bubble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blueprint for a kind of thing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the blueprint; every bubble is an object built from it.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0, y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middle of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top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bottom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top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is x 0, y 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middle of the screen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top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The bottom left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top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0, 0 is the middle; plus x is right and plus y is up.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two names, bubble1 and bubble2?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needs numbers in names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them different colours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 room can reach each one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two names, bubble1 and bubble2?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Python needs numbers in names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To make them different colours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So the room can reach each one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does not matter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 one name, the second would take it and the first could not be reached.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four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up on the right, a virus bottom left, and a bubble near each bottom corner.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