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Level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When is the sky clear?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The Game class counts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Make a room called Level2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Game is made once and lasts the whole game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Inside Game: self - anywhere else: game.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Start counting at 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self.enemiesNumber =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No viruses counted yet.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Each virus counts itself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game. reaches the Game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game.enemiesNumber = game.enemiesNumber + 1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Game class is made once and lasts the whole game.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Inside Game it is self; from any other class it is game.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Enemy start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game.enemiesNumber = game.enemiesNumber + 1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One more virus in the game.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Count down on a stomp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enemyHit = get_collision(self, 'Enemy')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if enemyHit: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6D8C97"/>
                </a:solidFill>
                <a:latin typeface="Consolas"/>
              </a:rPr>
              <a:t>    if self.y &gt; enemyHit.y: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destroy(enemyHit)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game.enemiesNumber = game.enemiesNumber - 1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...one virus fewer...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16  </a:t>
            </a:r>
            <a:r>
              <a:rPr sz="1800">
                <a:solidFill>
                  <a:srgbClr val="6D8C97"/>
                </a:solidFill>
                <a:latin typeface="Consolas"/>
              </a:rPr>
              <a:t>enemyHit = get_collision(self, 'Enemy')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17  </a:t>
            </a:r>
            <a:r>
              <a:rPr sz="1800">
                <a:solidFill>
                  <a:srgbClr val="6D8C97"/>
                </a:solidFill>
                <a:latin typeface="Consolas"/>
              </a:rPr>
              <a:t>if enemyHit: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18  </a:t>
            </a:r>
            <a:r>
              <a:rPr sz="1800">
                <a:solidFill>
                  <a:srgbClr val="6D8C97"/>
                </a:solidFill>
                <a:latin typeface="Consolas"/>
              </a:rPr>
              <a:t>    if self.y &gt; enemyHit.y: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destroy(enemyHit)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game.enemiesNumber = game.enemiesNumber - 1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print('Enemies left: ' + str(game.enemiesNumber))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...and say how many are left.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7FE0A0"/>
                </a:solidFill>
                <a:latin typeface="Consolas"/>
              </a:rPr>
              <a:t>enemyHit = get_collision(self, 'Enemy')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7FE0A0"/>
                </a:solidFill>
                <a:latin typeface="Consolas"/>
              </a:rPr>
              <a:t>if enemyHit: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7FE0A0"/>
                </a:solidFill>
                <a:latin typeface="Consolas"/>
              </a:rPr>
              <a:t>    if self.y &gt; enemyHit.y: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destroy(enemyHit)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game.enemiesNumber = game.enemiesNumber - 1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print('Enemies left: ' + str(game.enemiesNumber))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7FE0A0"/>
                </a:solidFill>
                <a:latin typeface="Consolas"/>
              </a:rPr>
              <a:t>    else: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destroy(self.b1)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destroy(self.b2)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destroy(self.b3)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count 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stomp a virus. The console says Enemies left: 1.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Level 2 when they are gone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Level1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if game.enemiesNumber == 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No viruses left?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Level1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game.enemiesNumber ==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set_room('Level2')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Go to level 2.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Level1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if game.enemiesNumber ==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set_room('Level2')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Draw the night sky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night.png - 1280 x 720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same sky, later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Background class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new picture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night sky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Level2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self.background = Background()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Make the background first, at the back...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Level2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self.background = Background()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self.background.image = sprite('night.png')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give it the night sky.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Level2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self.background = Background()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self.background.image = sprite('night.png')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Pixelhead and the bubble machine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Level2 start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self.player = Player()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new Pixelhead, with its own balloons.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Level2 start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self.player = Player()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self.spawner = Spawner()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new bubble machine.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Level2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self.player = Player()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self.spawner = Spawner()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the count live in Game?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Game is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Only Game can count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does not matter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Game lasts the whole game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the count live in Game?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Game is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Only Game can count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does not matter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Game lasts the whole game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room is removed when you change level; Game is not.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Inside Enemy, how do you reach the count?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self.enemiesNumber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game.enemiesNumber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enemiesNumber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Game()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Inside Enemy, how do you reach the count?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self.enemiesNumber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game.enemiesNumber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enemiesNumber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Game()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From any class but Game, the Game is game.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Is level 2's Pixelhead the one from level 1?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Yes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Only its balloons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No - a new one is built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Only if persistent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Is level 2's Pixelhead the one from level 1?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Yes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Only its balloons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No - a new one is built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Only if persistent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Level1's objects are removed; Level2 builds its own.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level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stomp both viruses. The night sky appears, with Pixelhead, three balloons and rising bubbles.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