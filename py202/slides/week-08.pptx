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bubble machine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machine that makes bubbles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One object makes all the others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a class called Spawner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 picture needed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60 loops is one second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Build the spawner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self.spawner = Spawner()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Build one spawner. It has no picture.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Hidden, with a timer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True or False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self.visible =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boolean has only two values: True and False.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Like a light switch. Python writes them with a capital letter.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visible hides an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self.visible =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visible = False means the object is never drawn.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still runs its start and its loop.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Spawner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self.visible =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Never draw 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Spawner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self.visible = False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Start counting at 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Spawner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self.visible = False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a bubble every two seconds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timer 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self.boostTimer = self.boostTimer - 1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timer changes by one every loop. 60 loops is one second.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 it, let it count, and act when it passes a number.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Spawner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self.timer = self.timer + 1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One more loop counted.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Spawner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self.timer = self.timer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self.timer &gt; 120: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Past 120 - two seconds?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Spawner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self.timer = self.timer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self.timer &gt; 120: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Bubble()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a bubble...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Spawner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self.timer = self.timer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self.timer &gt; 120: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Bubble()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count from 0 again.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Spawner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self.timer = self.timer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self.timer &gt; 120: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Bubble()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machine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Every two seconds a bubble appears in the middle and floats up.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Random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import random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import brings in a toolbox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random.randint(-600, 600) picks a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different one each time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Bring in random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import brings in a toolbox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import random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import random gives this code Python's random number tools.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goes at the very top of the code that uses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Bubble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random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At the VERY TOP: bring in Python's random toolbox.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somewhere along the bottom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random.randint() picks a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self.x = random.randint(-600, 600)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random.randint(-600, 600) picks a whole number from -600 to 600.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Both ends can be picked, and it is a different one each time.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Bubble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random.randint(-600, 600)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Anywhere from -600 to 600 across.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Bubble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self.x = random.randint(-600, 600)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-400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Just below the bottom edge.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Bubble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random.randint(-600, 600)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-400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60 loops is how long?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 minute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Ten seconds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One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Half a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60 loops is how long?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 minute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Ten seconds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One second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Half a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Loop runs about 60 times a second.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happens without self.timer = 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 bubbles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bubble every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One bubble only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happens without self.timer = 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 bubbles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bubble every loop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One bubble only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timer stays above 120, so the if is true every loop.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does import random go?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At the bottom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At the very top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In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Anywhere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does import random go?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At the bottom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At the very top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In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Anywhere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Bring in the toolbox before anything uses it.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bubbles everywhere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Every two seconds a bubble floats up from somewhere new along the bottom.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