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Sound, a flash and a win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sound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jump.mp3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Upload it to the game's assets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No file? A beep plays instead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Load once in start, play any 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Load the sound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sound() loads a sound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PIXELPAD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self.jumpSound = sound('jump.mp3')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sound('jump.mp3') finds the sound file and keeps it ready.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Load it once, in start.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start   -   line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7FE0A0"/>
                </a:solidFill>
                <a:latin typeface="Consolas"/>
              </a:rPr>
              <a:t>self.jumpSound = sound('jump.mp3')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Load the jump sound once.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Play it on a bubble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play_sound() plays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PIXELPAD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play_sound(self.jumpSound)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play_sound(self.jumpSound) plays the sound you loaded.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As often as you like.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40  </a:t>
            </a:r>
            <a:r>
              <a:rPr sz="1800">
                <a:solidFill>
                  <a:srgbClr val="6D8C97"/>
                </a:solidFill>
                <a:latin typeface="Consolas"/>
              </a:rPr>
              <a:t>bubbleHit = get_collision(self, 'Bubble')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41  </a:t>
            </a:r>
            <a:r>
              <a:rPr sz="1800">
                <a:solidFill>
                  <a:srgbClr val="6D8C97"/>
                </a:solidFill>
                <a:latin typeface="Consolas"/>
              </a:rPr>
              <a:t>if bubbleHit: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42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self.boostTimer = 40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43  </a:t>
            </a:r>
            <a:r>
              <a:rPr sz="1800">
                <a:solidFill>
                  <a:srgbClr val="7FE0A0"/>
                </a:solidFill>
                <a:latin typeface="Consolas"/>
              </a:rPr>
              <a:t>    play_sound(self.jumpSound)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...play the jump sound...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Show the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alpha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1 is solid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0.5 is half see-through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0 is gone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See-through while safe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52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52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self.invincibleTimer &gt; 0: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Still safe?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alpha is how solid it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DRAWING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self.alpha = 0.5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alpha = 1 is solid, 0.5 is half see-through, 0 is gone.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Anything in between works.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52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self.invincibleTimer &gt; 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53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self.alpha = 0.5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Half see-through.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54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52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self.invincibleTimer &gt; 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53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self.alpha = 0.5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54  </a:t>
            </a:r>
            <a:r>
              <a:rPr sz="1800">
                <a:solidFill>
                  <a:srgbClr val="7FE0A0"/>
                </a:solidFill>
                <a:latin typeface="Consolas"/>
              </a:rPr>
              <a:t>else: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Otherwise...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52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self.invincibleTimer &gt; 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53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self.alpha = 0.5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54  </a:t>
            </a:r>
            <a:r>
              <a:rPr sz="1800">
                <a:solidFill>
                  <a:srgbClr val="6D8C97"/>
                </a:solidFill>
                <a:latin typeface="Consolas"/>
              </a:rPr>
              <a:t>else: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55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self.alpha =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...solid.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Player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52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self.invincibleTimer &gt; 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53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self.alpha = 0.5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54  </a:t>
            </a:r>
            <a:r>
              <a:rPr sz="1800">
                <a:solidFill>
                  <a:srgbClr val="7FE0A0"/>
                </a:solidFill>
                <a:latin typeface="Consolas"/>
              </a:rPr>
              <a:t>else: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55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self.alpha =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sound and flash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Play. Pop a bubble and hear it. Get touched from above and Pixelhead goes see-through for a moment.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Winning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win.png - 1280 x 720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Make a room called Win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Clear level 2 to get there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Win when level 2 is clear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Level2 loop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if game.enemiesNumber == 0: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No viruses left?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Level2 loop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if game.enemiesNumber == 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    set_room('Win')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You win.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Level2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if game.enemiesNumber == 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    set_room('Win')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win screen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Win start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self.screen = Background()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background...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Win start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self.screen = Background()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self.screen.image = sprite('win.png')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...with the win picture...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Win start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self.screen = Background()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self.screen.image = sprite('win.png')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print('You win!')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...and say so.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Win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self.screen = Background()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self.screen.image = sprite('win.png')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print('You win!')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Where should a sound be loaded?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In start, once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In loop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In the room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Anywhere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Where should a sound be loaded?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In start, once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In loop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In the room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Anywhere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Load once; play as often as you like.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alpha = 0.5 do?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Half size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Half see-through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Half speed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Hides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alpha = 0.5 do?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Half size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Half see-through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Half speed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Hides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alpha is how solid a picture is.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does the flash need an else?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Python needs one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To play a sound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It does not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Otherwise Pixelhead stays see-through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does the flash need an else?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Python needs one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To play a sound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It does not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Otherwise Pixelhead stays see-through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else puts it back to solid once the timer runs out.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you 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 and clear both levels. The win screen appears and the console says You win!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