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Three balloons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a balloon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balloon.png - 40 x 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a class called Balloon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balloon at the top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string to the bottom edge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balloon a picture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Balloon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sprite('balloon.png')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balloon picture you drew.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Three balloons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self.b1 = Balloon()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Build the first balloon, b1.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self.b1 = Balloon()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self.b2 = Balloon()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Build b2...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angle turns a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self.b2.angle = -30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angle is how far the picture is turned, in degrees.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0 is as you drew it; 30 leans one way and -30 the other.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self.b1 = Balloon()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self.b2 = Balloon()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self.b2.angle = 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...leaning one way.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self.b1 = Balloon()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self.b2 = Balloon()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self.b2.angle = -30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self.b3 = Balloon()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Build b3...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self.b1 = Balloon()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self.b2 = Balloon()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self.b2.angle = -30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self.b3 = Balloon()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self.b3.angle =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...leaning the other way.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self.b1 = Balloon()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self.b2 = Balloon()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self.b2.angle = -30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self.b3 = Balloon()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self.b3.angle =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where are they?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Three balloons in the middle of the screen, and Pixelhead drifting away. Ask why.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Follow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self.b1.x = self.x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self.x is where Pixelhead is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self.b1 is its first balloon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loop, so it keeps following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Balloons follow Pixelhead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self.b1.x = self.x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b1's x is my x...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self.b1.x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self.b1.y = self.y + 80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it floats 80 above 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self.b1.x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self.b1.y = self.y + 80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self.b2.x = self.x + 30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b2: 30 to my right...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self.b1.x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self.b1.y = self.y + 80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self.b2.x = self.x + 30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self.b2.y = self.y + 80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...80 above 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self.b1.x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self.b1.y = self.y + 80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self.b2.x = self.x + 30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self.b2.y = self.y + 80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self.b3.x = self.x - 30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b3: 30 to my left...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self.b1.x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self.b1.y = self.y + 80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self.b2.x = self.x + 30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self.b2.y = self.y + 80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self.b3.x = self.x - 30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self.b3.y = self.y + 80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...80 above 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self.b1.x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self.b1.y = self.y + 80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self.b2.x = self.x + 30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self.b2.y = self.y + 80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self.b3.x = self.x - 30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self.b3.y = self.y + 80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Pixelhead in front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z brings it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self.z =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Objects with a bigger z are drawn in front.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Everything starts at 0, so 2 is in front of all of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self.z =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Draw Pixelhead in front of its balloons.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do the balloons start before the follow lines?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Above Pixelhead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Off the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Nowhere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In the middle, at 0,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do the balloons start before the follow lines?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Above Pixelhead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Off the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Nowhere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In the middle, at 0, 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Nobody had said where, so they start at 0, 0.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Pixelhead is at x 100. Where is b2?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x 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x 130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x 70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x 30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Pixelhead is at x 100. Where is b2?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x 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x 130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x 70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x 30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b2 is self.x + 30.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Pixelhead need z = 2?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move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balloons are made after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be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float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Pixelhead need z = 2?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move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balloons are made after it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be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float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Made later is drawn on top - a bigger z is drawn in front.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three balloons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steer. Three balloons float above Pixelhead wherever it goes, with its head in front of the strings.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