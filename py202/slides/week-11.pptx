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One balloon at a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chances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if, elif, else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Three balloons: pop the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Two: pop the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One: pop the last, and you are 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 the balloons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self.enemiesNumber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self.gravity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self.balloonCount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Three balloons to start with.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Pop one balloon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game.balloonCount == 3: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...with all three balloons...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destroy(self.b1)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...pop the first...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game.balloonCount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two are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elif - else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elif game.balloonCount == 2: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elif asks another question, only when every one above it was no.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Python runs the first branch that is true, and skips the rest.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elif game.balloonCount == 2: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With two...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elif game.balloonCount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destroy(self.b2)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...pop the second...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elif game.balloonCount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destroy(self.b2)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game.balloonCount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one is left.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elif game.balloonCount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destroy(self.b2)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With only one...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elif game.balloonCount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destroy(self.b2)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destroy(self.b3)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...pop the last...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elif game.balloonCount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destroy(self.b2)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destroy(self.b3)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Pixelhead goes with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elif game.balloonCount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destroy(self.b2)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game.balloonCount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destroy(self.b3)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balloon that is gone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&amp;gt;= means at least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Only move the balloons you still have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balloonCount &amp;gt;= 2 is true for 2 and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Only move the balloons you have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3: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Only while I have all three...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self.b1.x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...b1 goes where I am...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self.b1.y = self.y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...80 above 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2: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Only while I have at least two...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self.b2.x = self.x + 30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...b2 to my right...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self.b2.x = self.x + 30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self.b2.y = self.y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...80 above 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self.b2.x = self.x + 30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Only while I have any at all...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self.b2.x = self.x + 30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self.b3.x = self.x - 30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...b3 to my left...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self.b2.x = self.x + 30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self.b3.x = self.x - 30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self.b3.y = self.y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...80 above 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self.b2.x = self.x + 30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self.b2.y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self.b3.x = self.x - 30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self.b3.y = self.y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is an elif asked?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when the one above was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when every question above it was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is an elif asked?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when the one above was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when every question above it was no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Python runs the first branch that is true.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With 3 balloons, is game.balloonCount &gt;= 2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With 3 balloons, is game.balloonCount &gt;= 2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&amp;gt;= means at least; 3 is at least 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one touch pop all three?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There is a bug in Python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virus is too big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balloons are connected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touch lasts several loops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one touch pop all three?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There is a bug in Python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virus is too big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balloons are connected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touch lasts several loops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loop the pictures overlap pops one more balloon.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too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let a virus touch Pixelhead from above. All three balloons pop at once. Ask why - next week fixes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