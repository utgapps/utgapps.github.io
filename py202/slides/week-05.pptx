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Side to side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Plan it in English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Three parts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variable for the direction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move for each direction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turn at each edge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way sideways?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self.verticalDirection = 'up'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self.horizontalDirection = 'right'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And start out going right.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Move sideways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self.horizontalDirection == 'right':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while I am going right...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loop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self.horizontalDirection == 'right':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self.x + 1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...add 1 to x...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loop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self.horizontalDirection == 'right':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self.x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face right.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loop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self.horizontalDirection == 'right':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self.x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self.horizontalDirection == 'left':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while I am going left...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loop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self.horizontalDirection == 'right':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self.x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self.horizontalDirection == 'left':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self.x - 1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...take 1 off x...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loop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self.horizontalDirection == 'right':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self.x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self.horizontalDirection == 'left':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self.x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face left - flipped.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Enemy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self.horizontalDirection == 'right':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self.x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self.horizontalDirection == 'left':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self.x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off the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The viruses fly diagonally - and slide off the right side. Ask what is missing.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Turn at the sides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loop   -   line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self.x &gt; 625: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Past 625 on the right?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loop   -   line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self.x &gt; 625: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self.horizontalDirection = 'left'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Go left from now 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loop   -   line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self.x &gt; 625: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self.horizontalDirection = 'left'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self.x &lt; -625: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Past -625 on the left?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loop   -   line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self.x &gt; 625: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self.horizontalDirection = 'left'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self.x &lt; -625: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self.horizontalDirection = 'right'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Go right from now 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Enemy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self.x &gt; 625: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self.horizontalDirection = 'left'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self.x &lt; -625: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self.horizontalDirection = 'right'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are the three parts of a patrol?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picture, a room, a speed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An if, an else, a print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direction, a move for each, a turn at each edge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start, a loop, a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are the three parts of a patrol?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picture, a room, a speed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An if, an else, a print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direction, a move for each, a turn at each edge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start, a loop, a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same pattern, up and down or side to side.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virus fly diagonally?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moves up-down and sideways every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told to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angle is 45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Gravity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virus fly diagonally?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moves up-down and sideways every loop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told to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angle is 45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Gravity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Both moves happen in the same loop.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625 and not 640?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640 is not allowed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turns while still on the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625 and not 640?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640 is not allowed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turns while still on the screen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virus turns before any of it goes off the edge.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bounce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Both viruses bounce round the sky, facing the way they fly.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