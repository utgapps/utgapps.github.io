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Gravity, and a 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gravity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Take a little off y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Gravity lives in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Player reaches it with game.gravity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Gravity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Gravity pulls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= self.y - game.gravity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gravity is how much Pixelhead falls every loop.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lives in Game, so it lasts from level to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self.enemiesNumber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self.gravity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Fall 1 every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game.gravity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Fall by the Game's gravity, every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Pixelhead sinks slowly with its balloons, and off the bottom.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boost that stops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timer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Pop a bubble: the timer is 40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loop: one less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Above 0: go 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boost timer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self.boostTimer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boost to start with.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Popping a bubble starts the boost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bubbleHit = get_collision(self, 'Bubble')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if bubbleHit: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self.boostTimer =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...boost for 40 loops...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Lift while the timer runs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self.boostTimer = self.boostTimer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loop less of boost.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self.boostTimer = self.boostTimer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self.boostTimer &gt;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Still boosting?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self.boostTimer = self.boostTimer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self.boostTimer &gt;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Up 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self.boostTimer = self.boostTimer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self.boostTimer &gt;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gravity in Game?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 cannot hold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Pixelhead is rebuilt each level, Game is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falls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gravity in Game?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 cannot hold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Pixelhead is rebuilt each level, Game is not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falls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change to gravity has to last from level to level.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Boosting, Pixelhead goes up 5 and down 1. How far each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Up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Up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Up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Down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Boosting, Pixelhead goes up 5 and down 1. How far each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Up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Up 4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Up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Down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5 - 1 = 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long is a boost of 40 loops?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40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4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Two-thirds of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long is a boost of 40 loops?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40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4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Two-thirds of a second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60 loops is one second.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steer into a bubble. Pixelhead floats up for a moment, then starts to sink again.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