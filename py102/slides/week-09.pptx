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Only from the 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self.onGround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has only two values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a light switch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Capital T, capital 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Remember the 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self.onGround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has only two values: True and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a light switch. Python writes them with a capital letter.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self.onGround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Not on the ground yet - False, capital 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...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else: lines up with its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run when the if is not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 the floor: True. Otherwise: 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Switch it on and 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touchingFloor: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self.onGround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I am on the ground. Above the + 2 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 - otherwise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else: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else: lines up with its if, and ends with a colon.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run when the if is NOT true.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touchingFloor: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self.onGround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otherwise - lined up with the if...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touchingFloor: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self.onGround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self.y + 2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self.onGround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...I am not on the ground.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touchingFloor = get_collision(self, 'Floor')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touchingFloor: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self.onGround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self.y + 2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self.onGround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nothing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Everything works as before - nothing uses onGround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questions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and - and ==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and: both must be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 stores a value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== asks if two things are equal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Jump only from the ground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Player loop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if key_was_pressed(' 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jump line changes - it learns to check the ground. Take it out; the new version is next.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and - both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key_was_pressed(' ') and self.onGround == True: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joins two questions.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runs only when BOTH are true.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== asks, =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self.onGround ==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= puts a value into a name.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== asks whether two things are exactly equal.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 and self.onGround == True: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only when space goes down AND I am on the ground...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if key_was_pressed(' ') and self.onGround == True: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self.jumpTimer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values can a boolean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values can a boolean have?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Any 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Any word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or False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 to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Just the two - like a switch.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the line under else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the if is not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the if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the line under else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the if is not true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the if is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 means otherwise.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value, == asks if two things are equal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difference between = and ==?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==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= stores a value, == asks if two things are equal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= is only for numbers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equals stores; two equals compares.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air jumps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 can jump from the grass, but not again until you land.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