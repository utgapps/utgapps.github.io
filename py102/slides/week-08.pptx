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smooth jump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a timer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number that changes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Ours counts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Above zero: 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jump timer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self.jumpTimer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jump timer starts at 0: not jumping.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Rise while the timer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self.jumpTimer &gt;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timer is above 0...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self.jumpTimer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...go up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self.jumpTimer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tap space. Pixelhead still hops up 50 - the timer is stuck at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Space starts the timer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Player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self.y = self.y + 50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space no longer moves you itself. Take it out; the timer line goes in its place.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self.jumpTimer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...start the jump timer at 30.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self.jumpTimer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lift-off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tap space. Pixelhead flies up off the top and never comes back. That is right - for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the timer 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 counts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self.jumpTimer = self.jumpTimer - 1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changes by one every loop. 60 loops is one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it, let it count down, and act while it is above 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self.jumpTimer = self.jumpTimer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one off the timer, every loop. Not pushed 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Pixelhead rise?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While space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While jumpTimer is above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 the loop space goes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Pixelhead rise?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While space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While jumpTimer is above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on the loop space goes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rise lines check the timer, not the key.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Before the countdown line, why did Pixelhead fly away?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Gravity was turned off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Space was stuck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timer stayed at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floor was gone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Before the countdown line, why did Pixelhead fly away?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Gravity was turned off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Space was stuck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timer stayed at 30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floor was gone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Nothing took it below 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Rising 8 and falling 2 for 30 loops - how high?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240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Rising 8 and falling 2 for 30 loops - how high?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240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180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 a loop, 30 times.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real jump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tap space. Pixelhead rises smoothly, then falls back to the grass.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