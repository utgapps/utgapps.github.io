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Where does this portal go?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set_room changes the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portal checks for the Player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portal says Level2...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Top of the stairs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self.floor4 = Floor()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top 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self.floor4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self.floor4.x =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200 further right.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self.floor4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self.floor4.x = 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self.floor4.y =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100 higher.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Level2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self.floor4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self.floor4.x = 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self.floor4.y =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Win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self.message = text()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room called Win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 Pixelhead - just words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text() makes a label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Build the Win screen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text() puts words on the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self.message = text()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text() makes a label. Its .text is the words it shows.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 its color, size and place like any object.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Win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self.message = text()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label for the Win room.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Words in quotes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self.destination = 'Level2'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Writing in quotes is a value too, like 'white' or 'Level2'.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variable can hold words as well as numbers.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Win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self.message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self.message.color = 'white'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White writing.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Win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self.message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self.message.color = 'white'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self.message.fontSize =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Big - 60.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Win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self.message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self.message.color = 'white'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self.message.fontSize = 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self.message.halign = 'center'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Lined up in the middle.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Win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self.message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self.message.color = 'white'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self.message.fontSize = 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self.message.halign = 'center'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self.message.text = 'YOU WIN!'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words to show.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Win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self.message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self.message.color = 'white'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self.message.fontSize = 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self.message.halign = 'center'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self.message.text = 'YOU WIN!'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Each portal its own destination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self.destination = 'Level2'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variable can hold a word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portal has its 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loop goes there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destination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Portal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self.destination = 'Level2'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Every portal goes to Level2 unless it is told otherwise.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Go to the destination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Portal loop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playerHit: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set_room('Level2')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not always Level2 any more. Take it out; the new version is next.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Portal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playerHit: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set_room(self.destination)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CHANGED: ...go to MY destination. No quotes.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Portal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playerHit: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set_room(self.destination)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same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Level1 portal still takes you to Level2. Nothing looks different - and that is right.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portal to the Win room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self.portal = Portal()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Level2's portal.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self.portal = Portal()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self.portal.x =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Past the top step.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self.portal = Portal()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self.portal.x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self.portal.y = 230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jump up from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self.portal = Portal()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self.portal.x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self.portal.y = 230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self.portal.destination = 'Win'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portal goes to the Win room.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Level2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self.portal = Portal()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self.portal.x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self.portal.y = 230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self.portal.destination = 'Win'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was every portal taking you to Level2?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loop always said 'Level2'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There is only one portal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Level2 is the default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Win room was missing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was every portal taking you to Level2?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loop always said 'Level2'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There is only one portal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Level2 is the default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Win room was missing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portal runs the same loop.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the difference between 'self.destination' and self.destination?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Quotes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Without quotes it is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With quotes it is just words; without, it is the variable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the difference between 'self.destination' and self.destination?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Quotes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Without quotes it is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With quotes it is just words; without, it is the variable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Quotes make writing, not a name.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Level1's portal never sets a destination. Where does it go?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Nowhere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Level2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Level1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Level1's portal never sets a destination. Where does it go?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Nowhere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Level2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Level1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Portal start gives every portal 'Level2'.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YOU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play it through. The Level2 portal takes you to YOU WIN!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