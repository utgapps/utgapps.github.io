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Bounce, and land on 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really lifts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only sets the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Timer above 0: you rise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a stomp can set it too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Bounce off a stomp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self.jumpTimer =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I bounce. Lined up with destroy(enemyHit).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stomp a wasp. Pixelhead bounces up off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Walking inside a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Touching the side of a tile counts too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100-tall tile's top is y + 50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Stand only when above the 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Land only on 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touchingFloor: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if line changes - it learns to look down. Take it out; the new version is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touchingFloor and self.y &gt; touchingFloor.y + 50: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only when I am touching one AND my middle is above its top...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touchingFloor and self.y &gt; touchingFloor.y + 50: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actually lifts Pixelhead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space bar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jump timer being above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actually lifts Pixelhead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space bar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jump timer being above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only sets the timer; the rise lines do the lifting.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tile 100 tall is at y -100. Where is its top?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-100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tile 100 tall is at y -100. Where is its top?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-100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-50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 is the middle; the top is 50 above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Pixelhead walk along inside the high platform?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Touching its side also cancelled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tile was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jump was too strong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timer stopped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Pixelhead walk along inside the high platform?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Touching its side also cancelled gravity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tile was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jump was too strong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timer stopped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 touch counted - until the check looked at where you were.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through and 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off the grass. You fall past the platform's side into the gap. Jump instead, and you land on top.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