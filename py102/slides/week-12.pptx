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portal to Level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 is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New object: class, sprite, make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a 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portal.png - 80 x 120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portal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sprite('portal.png')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portal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a portal on the high ground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 = Portal()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self.portal.x =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right-hand end of the high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self.portal.x = 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self.portal.y = 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Standing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 = Portal()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self.portal.x = 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self.portal.y = 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portal stands at the end of the high platform. Walking into it does nothing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second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Level2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starts empty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Changing room removes the old objects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Level2 makes its own Pixelhead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Level 2's background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Level2's own background, made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Level 2's Pixelhead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Level2's own Pixelhead.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self.player.x = -500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Over on the far left.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Dropping in from the 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staircase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bottom step.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self.floor1.x = -500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Under Pixelhead, on the far left.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Low down.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second step.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self.floor2.x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to the right.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self.floor2.y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higher.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 = Floor()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third step.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self.floor3.x = 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further.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self.floor3.x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100 higher again.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self.floor1.x = -500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self.floor2.y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 = Floor()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self.floor3.x = -100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self.floor3.y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Step through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the Player?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Portal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set_room('Level2')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...change to Level2.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Portal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set_room('Level2')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Level2 make its own Pixelhead?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Level2 is a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Changing room removes the old room's objects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Level2 make its own Pixelhead?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Level2 is a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Changing room removes the old room's objects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 is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starts empty.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three steps for a new kind of 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Room, class, sprite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Sprite, room, delete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Just draw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Class, sprite, make one in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are the three steps for a new kind of 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Room, class, sprite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Sprite, room, delete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Just draw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Class, sprite, make one in a room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object in the game came that way.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set_room('Level2')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Level2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the portal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Restarts Level1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Changes to the Level2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set_room('Level2')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a Level2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the portal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Restarts Level1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Changes to the Level2 room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shows another room.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climb up and walk into the portal. Level 2 begins: Pixelhead drops onto the bottom step.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