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Hearts on the screen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Game keeps the lives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Player uses game.health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Game should make the hearts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Draw a heart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heart.png - 40 x 40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Make a class called Heart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Give the heart its picture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Heart start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self.image = sprite('heart.png')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Use the heart picture you drew.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Three hearts, top left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Game start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self.heart1 = Heart()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first heart.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Game start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self.heart1 = Heart()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self.heart1.x = -590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Top left.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Game start   -   line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self.heart1 = Heart()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self.heart1.x = -590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self.heart1.y = 300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Near the top.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Game start   -   line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self.heart1 = Heart()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self.heart1.x = -590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self.heart1.y = 300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self.heart1.minimumHealth =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It shows while there is at least 1 life.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Game start   -   line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self.heart1 = Heart()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self.heart1.x = -590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self.heart1.y = 300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self.heart1.minimumHealth =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self.heart2 = Heart()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second heart.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Game start   -   line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self.heart1 = Heart()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self.heart1.x = -590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self.heart1.y = 300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self.heart1.minimumHealth =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self.heart2 = Heart()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self.heart2.x = -540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50 to the right.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Game start   -   line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self.heart1 = Heart()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self.heart1.x = -590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self.heart1.y = 300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self.heart1.minimumHealth =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self.heart2 = Heart()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self.heart2.x = -540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self.heart2.y = 300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same height.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Game start   -   line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self.heart1 = Heart()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self.heart1.x = -590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self.heart1.y = 300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self.heart1.minimumHealth =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self.heart2 = Heart()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self.heart2.x = -540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self.heart2.y = 300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7FE0A0"/>
                </a:solidFill>
                <a:latin typeface="Consolas"/>
              </a:rPr>
              <a:t>self.heart2.minimumHealth =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It needs at least 2.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Game start   -   line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self.heart1 = Heart()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self.heart1.x = -590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self.heart1.y = 300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self.heart1.minimumHealth =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self.heart2 = Heart()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self.heart2.x = -540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self.heart2.y = 300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self.heart2.minimumHealth = 2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7FE0A0"/>
                </a:solidFill>
                <a:latin typeface="Consolas"/>
              </a:rPr>
              <a:t>self.heart3 = Heart()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third heart.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Game start   -   line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self.heart1 = Heart()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self.heart1.x = -590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self.heart1.y = 300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self.heart1.minimumHealth =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self.heart2 = Heart()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self.heart2.x = -540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self.heart2.y = 300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self.heart2.minimumHealth = 2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6D8C97"/>
                </a:solidFill>
                <a:latin typeface="Consolas"/>
              </a:rPr>
              <a:t>self.heart3 = Heart()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7FE0A0"/>
                </a:solidFill>
                <a:latin typeface="Consolas"/>
              </a:rPr>
              <a:t>self.heart3.x = -490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50 further.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Game start   -   line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2  </a:t>
            </a:r>
            <a:r>
              <a:rPr sz="1300">
                <a:solidFill>
                  <a:srgbClr val="6D8C97"/>
                </a:solidFill>
                <a:latin typeface="Consolas"/>
              </a:rPr>
              <a:t>self.heart1 = Heart()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3  </a:t>
            </a:r>
            <a:r>
              <a:rPr sz="1300">
                <a:solidFill>
                  <a:srgbClr val="6D8C97"/>
                </a:solidFill>
                <a:latin typeface="Consolas"/>
              </a:rPr>
              <a:t>self.heart1.x = -590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4  </a:t>
            </a:r>
            <a:r>
              <a:rPr sz="1300">
                <a:solidFill>
                  <a:srgbClr val="6D8C97"/>
                </a:solidFill>
                <a:latin typeface="Consolas"/>
              </a:rPr>
              <a:t>self.heart1.y = 300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5  </a:t>
            </a:r>
            <a:r>
              <a:rPr sz="1300">
                <a:solidFill>
                  <a:srgbClr val="6D8C97"/>
                </a:solidFill>
                <a:latin typeface="Consolas"/>
              </a:rPr>
              <a:t>self.heart1.minimumHealth = 1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6  </a:t>
            </a:r>
            <a:r>
              <a:rPr sz="1300">
                <a:solidFill>
                  <a:srgbClr val="6D8C97"/>
                </a:solidFill>
                <a:latin typeface="Consolas"/>
              </a:rPr>
              <a:t>self.heart2 = Heart()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7  </a:t>
            </a:r>
            <a:r>
              <a:rPr sz="1300">
                <a:solidFill>
                  <a:srgbClr val="6D8C97"/>
                </a:solidFill>
                <a:latin typeface="Consolas"/>
              </a:rPr>
              <a:t>self.heart2.x = -540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8  </a:t>
            </a:r>
            <a:r>
              <a:rPr sz="1300">
                <a:solidFill>
                  <a:srgbClr val="6D8C97"/>
                </a:solidFill>
                <a:latin typeface="Consolas"/>
              </a:rPr>
              <a:t>self.heart2.y = 300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9  </a:t>
            </a:r>
            <a:r>
              <a:rPr sz="1300">
                <a:solidFill>
                  <a:srgbClr val="6D8C97"/>
                </a:solidFill>
                <a:latin typeface="Consolas"/>
              </a:rPr>
              <a:t>self.heart2.minimumHealth = 2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10  </a:t>
            </a:r>
            <a:r>
              <a:rPr sz="1300">
                <a:solidFill>
                  <a:srgbClr val="6D8C97"/>
                </a:solidFill>
                <a:latin typeface="Consolas"/>
              </a:rPr>
              <a:t>self.heart3 = Heart()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11  </a:t>
            </a:r>
            <a:r>
              <a:rPr sz="1300">
                <a:solidFill>
                  <a:srgbClr val="6D8C97"/>
                </a:solidFill>
                <a:latin typeface="Consolas"/>
              </a:rPr>
              <a:t>self.heart3.x = -490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12  </a:t>
            </a:r>
            <a:r>
              <a:rPr sz="1300">
                <a:solidFill>
                  <a:srgbClr val="7FE0A0"/>
                </a:solidFill>
                <a:latin typeface="Consolas"/>
              </a:rPr>
              <a:t>self.heart3.y = 300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same height.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Game start   -   line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2  </a:t>
            </a:r>
            <a:r>
              <a:rPr sz="1300">
                <a:solidFill>
                  <a:srgbClr val="6D8C97"/>
                </a:solidFill>
                <a:latin typeface="Consolas"/>
              </a:rPr>
              <a:t>self.heart1 = Heart()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3  </a:t>
            </a:r>
            <a:r>
              <a:rPr sz="1300">
                <a:solidFill>
                  <a:srgbClr val="6D8C97"/>
                </a:solidFill>
                <a:latin typeface="Consolas"/>
              </a:rPr>
              <a:t>self.heart1.x = -590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4  </a:t>
            </a:r>
            <a:r>
              <a:rPr sz="1300">
                <a:solidFill>
                  <a:srgbClr val="6D8C97"/>
                </a:solidFill>
                <a:latin typeface="Consolas"/>
              </a:rPr>
              <a:t>self.heart1.y = 300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5  </a:t>
            </a:r>
            <a:r>
              <a:rPr sz="1300">
                <a:solidFill>
                  <a:srgbClr val="6D8C97"/>
                </a:solidFill>
                <a:latin typeface="Consolas"/>
              </a:rPr>
              <a:t>self.heart1.minimumHealth = 1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6  </a:t>
            </a:r>
            <a:r>
              <a:rPr sz="1300">
                <a:solidFill>
                  <a:srgbClr val="6D8C97"/>
                </a:solidFill>
                <a:latin typeface="Consolas"/>
              </a:rPr>
              <a:t>self.heart2 = Heart()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7  </a:t>
            </a:r>
            <a:r>
              <a:rPr sz="1300">
                <a:solidFill>
                  <a:srgbClr val="6D8C97"/>
                </a:solidFill>
                <a:latin typeface="Consolas"/>
              </a:rPr>
              <a:t>self.heart2.x = -540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8  </a:t>
            </a:r>
            <a:r>
              <a:rPr sz="1300">
                <a:solidFill>
                  <a:srgbClr val="6D8C97"/>
                </a:solidFill>
                <a:latin typeface="Consolas"/>
              </a:rPr>
              <a:t>self.heart2.y = 300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9  </a:t>
            </a:r>
            <a:r>
              <a:rPr sz="1300">
                <a:solidFill>
                  <a:srgbClr val="6D8C97"/>
                </a:solidFill>
                <a:latin typeface="Consolas"/>
              </a:rPr>
              <a:t>self.heart2.minimumHealth = 2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10  </a:t>
            </a:r>
            <a:r>
              <a:rPr sz="1300">
                <a:solidFill>
                  <a:srgbClr val="6D8C97"/>
                </a:solidFill>
                <a:latin typeface="Consolas"/>
              </a:rPr>
              <a:t>self.heart3 = Heart()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11  </a:t>
            </a:r>
            <a:r>
              <a:rPr sz="1300">
                <a:solidFill>
                  <a:srgbClr val="6D8C97"/>
                </a:solidFill>
                <a:latin typeface="Consolas"/>
              </a:rPr>
              <a:t>self.heart3.x = -490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12  </a:t>
            </a:r>
            <a:r>
              <a:rPr sz="1300">
                <a:solidFill>
                  <a:srgbClr val="6D8C97"/>
                </a:solidFill>
                <a:latin typeface="Consolas"/>
              </a:rPr>
              <a:t>self.heart3.y = 300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13  </a:t>
            </a:r>
            <a:r>
              <a:rPr sz="1300">
                <a:solidFill>
                  <a:srgbClr val="7FE0A0"/>
                </a:solidFill>
                <a:latin typeface="Consolas"/>
              </a:rPr>
              <a:t>self.heart3.minimumHealth =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It needs all 3.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Game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2  </a:t>
            </a:r>
            <a:r>
              <a:rPr sz="1300">
                <a:solidFill>
                  <a:srgbClr val="7FE0A0"/>
                </a:solidFill>
                <a:latin typeface="Consolas"/>
              </a:rPr>
              <a:t>self.heart1 = Heart()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3  </a:t>
            </a:r>
            <a:r>
              <a:rPr sz="1300">
                <a:solidFill>
                  <a:srgbClr val="7FE0A0"/>
                </a:solidFill>
                <a:latin typeface="Consolas"/>
              </a:rPr>
              <a:t>self.heart1.x = -590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4  </a:t>
            </a:r>
            <a:r>
              <a:rPr sz="1300">
                <a:solidFill>
                  <a:srgbClr val="7FE0A0"/>
                </a:solidFill>
                <a:latin typeface="Consolas"/>
              </a:rPr>
              <a:t>self.heart1.y = 300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5  </a:t>
            </a:r>
            <a:r>
              <a:rPr sz="1300">
                <a:solidFill>
                  <a:srgbClr val="7FE0A0"/>
                </a:solidFill>
                <a:latin typeface="Consolas"/>
              </a:rPr>
              <a:t>self.heart1.minimumHealth = 1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6  </a:t>
            </a:r>
            <a:r>
              <a:rPr sz="1300">
                <a:solidFill>
                  <a:srgbClr val="7FE0A0"/>
                </a:solidFill>
                <a:latin typeface="Consolas"/>
              </a:rPr>
              <a:t>self.heart2 = Heart()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7  </a:t>
            </a:r>
            <a:r>
              <a:rPr sz="1300">
                <a:solidFill>
                  <a:srgbClr val="7FE0A0"/>
                </a:solidFill>
                <a:latin typeface="Consolas"/>
              </a:rPr>
              <a:t>self.heart2.x = -540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8  </a:t>
            </a:r>
            <a:r>
              <a:rPr sz="1300">
                <a:solidFill>
                  <a:srgbClr val="7FE0A0"/>
                </a:solidFill>
                <a:latin typeface="Consolas"/>
              </a:rPr>
              <a:t>self.heart2.y = 300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9  </a:t>
            </a:r>
            <a:r>
              <a:rPr sz="1300">
                <a:solidFill>
                  <a:srgbClr val="7FE0A0"/>
                </a:solidFill>
                <a:latin typeface="Consolas"/>
              </a:rPr>
              <a:t>self.heart2.minimumHealth = 2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10  </a:t>
            </a:r>
            <a:r>
              <a:rPr sz="1300">
                <a:solidFill>
                  <a:srgbClr val="7FE0A0"/>
                </a:solidFill>
                <a:latin typeface="Consolas"/>
              </a:rPr>
              <a:t>self.heart3 = Heart()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11  </a:t>
            </a:r>
            <a:r>
              <a:rPr sz="1300">
                <a:solidFill>
                  <a:srgbClr val="7FE0A0"/>
                </a:solidFill>
                <a:latin typeface="Consolas"/>
              </a:rPr>
              <a:t>self.heart3.x = -490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12  </a:t>
            </a:r>
            <a:r>
              <a:rPr sz="1300">
                <a:solidFill>
                  <a:srgbClr val="7FE0A0"/>
                </a:solidFill>
                <a:latin typeface="Consolas"/>
              </a:rPr>
              <a:t>self.heart3.y = 300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13  </a:t>
            </a:r>
            <a:r>
              <a:rPr sz="1300">
                <a:solidFill>
                  <a:srgbClr val="7FE0A0"/>
                </a:solidFill>
                <a:latin typeface="Consolas"/>
              </a:rPr>
              <a:t>self.heart3.minimumHealth =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where are they?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Play. No hearts! set_room removed them. Ask why before the next slide.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Persistent, and in front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self.persistent = True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room change removes every object...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...unless it is persistent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z = 1 draws it in front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Keep the hearts in front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persistent survives a room change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PIXELPAD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self.persistent = True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set_room removes every object from the old room...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...except a persistent one.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Heart start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self.persistent = True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Survive every room change.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z brings it forward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PIXELPAD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self.z = 1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Objects with a bigger z are drawn in front.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Everything starts at 0, so 1 is in front of all of it.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Heart start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self.persistent = True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self.z =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Draw in front of everything at 0.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Heart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self.persistent = True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self.z =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Hide a lost heart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Heart loop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if game.health &gt;= self.minimumHealth: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While the game's lives are at least my number...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visible shows or hides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PIXELPAD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self.visible = False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visible = False hides an object without destroying it.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visible = True shows it again.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Heart loop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if game.health &gt;= self.minimumHealth: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self.visible = True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...show me.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Heart loop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if game.health &gt;= self.minimumHealth: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self.visible = True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else: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Otherwise...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Heart loop   -   line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if game.health &gt;= self.minimumHealth: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self.visible = True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else: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self.visible = False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...hide me.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Heart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if game.health &gt;= self.minimumHealth: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self.visible = True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else: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self.visible = False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self.persistent = True do?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Keeps the object through a room change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Makes it solid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Makes it move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Hides 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self.persistent = True do?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Keeps the object through a room change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Makes it solid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Makes it move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Hides 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set_room removes everything that is not persistent.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The lives are 2. Which hearts show?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Only heart3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All three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heart1 and heart2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None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The lives are 2. Which hearts show?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Only heart3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All three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heart1 and heart2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None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heart3 needs at least 3.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self.z = 1 do?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Moves it up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Makes it bigger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Draws the heart in front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Makes it persistent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does self.z = 1 do?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Moves it up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Makes it bigger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Draws the heart in front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Makes it persistent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Bigger z is drawn in front of everything at 0.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the whole game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Play. Three hearts in the corner; a sting hides one; fall off and Level 1 starts again with three.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