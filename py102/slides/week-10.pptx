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Stomp the wasps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 gives back what you touch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Player checks for wasps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 loop, all the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Who is higher?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self.y &gt; enemyHit.y: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enemyHit is the wasp you touched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Bigger y is higher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if inside an if: eight spaces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Stomp or be stung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enemyHit = get_collision(self, 'FlyEnemy')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Which wasp am I touching, if any? Keep it in enemyHit.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if enemyHit: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 touching one...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if inside an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    if self.y &gt; enemyHit.y: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inside if only gets asked when the outside one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lines are pushed in eight spaces.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self.y &gt; enemyHit.y: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...if I am higher than it - eight spaces in front...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destroy() removes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destroy(enemyHit)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destroy(enemyHit) takes the wasp you touched out of the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destroy(self) removes the object whose code is running.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destroy(enemyHit)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...that wasp is destroyed.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Otherwise - lined up with the inner if...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...I 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enemyHit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Pixelhead is at y 120 and the wasp at y 100. What happens?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Pixelhead is destroyed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Both are destroyed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wasp is destroyed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Pixelhead is at y 120 and the wasp at y 100. What happens?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Pixelhead is destroyed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Both are destroyed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wasp is destroyed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120 is above 100, so it is a stomp.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far is a line under an if inside an if pushed 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Four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Eight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Two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far is a line under an if inside an if pushed 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Four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Eight spaces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Two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Four for each if it is inside.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enemyHit?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wasp you are touching,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number of wasps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 the first wasp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enemyHit?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wasp you are touching, or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number of wasps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 the first wasp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 gives back the thing you touch.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stomp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From the high platform, land on a wasp and it disappears. From the grass, jump up into one and Pixelhead disappears.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