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Things that move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once, loop forever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runs one time, when the object is 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that moves lives in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wasp a speed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variable holds a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self.speed = -3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is a name with a value in it. The name goes left of =.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 in front makes it belong to this object, so start and loop can share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3 steps a loop - minus, so to the left.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Changing a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self.x + 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Python works out the right side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stores the answer on the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300, 297, 294, 291...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the wasps fly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loop runs over and 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self.x + 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every second, until the object is gone.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that moves lives in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Change a value using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self.x + 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Python works out the right side first, then stores the answer on the left.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 it every loop and the object moves.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self.x +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the speed to x, every loop.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away they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Both wasps fly off the left side of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Pixelhead a speed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Pixelhead moves 5 steps every loop an arrow is held.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 means only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key_is_pressed('arrowRight'):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question goes after 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line ends with a colon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line under it is pushed in four spaces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Walk left and right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 means only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key_is_pressed('arrowRight'):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lines under an if run only when its question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if line ends with a colon; the lines under it start with four spaces.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key_is_pressed()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key_is_pressed('arrowRight'):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key_is_pressed('arrowRight') is True for every loop you hold the key.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Put it in an if to move while a key is held.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key_is_pressed('arrowRight'):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the right arrow is held...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+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...add the speed to x: right. Four spaces in front!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the left arrow is held...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-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...take the speed off x: left.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+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-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flying line go in loop, not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loop is faster to type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start runs once; loop keeps moving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start cannot use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flying line go in loop, not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loop is faster to type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start runs once; loop keeps moving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start cannot use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Moving means a small change again and again - that is loop.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x is 300 and speed is -3. What is x after two loops?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306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294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x is 300 and speed is -3. What is x after two loops?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306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294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loop adds -3: 297, 294.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Python know a line belongs to the if?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has a capital 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on the next page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pushed in four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ends with a colon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Python know a line belongs to the if?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has a capital 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on the next page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pushed in four spaces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ends with a colon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Indenting under the colon is how Python groups lines.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walk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click the game and hold the arrows. Pixelhead walks left and right.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