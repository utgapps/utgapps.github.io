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Three lives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should the health live?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room makes a new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lasts the whole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Game: self. Everywhere else: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lives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lives, kept by the Game - at the very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sting costs a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self.jumpTimer = 15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a sting no longer ends the game. Take out destroy(self); two new lines go in its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self.jumpTimer = 15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...the wasp that stung me is destroyed...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 reaches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game.health = game.health - 1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class is made once and lasts the whole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Game it is self; from any other class it is game.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self.jumpTimer = 15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game.health = game.health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the game loses one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self.jumpTimer = 15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game.health = game.health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stung, not gone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jump up into a wasp from the grass. The wasp disappears and Pixelhead survives.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self.health &lt;= 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Game's loop runs in every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is less than or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watches the lives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again at zero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lives are 0 or less...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...refill them...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start Level1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Falling off costs everything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 am below -400, off the bottom...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game.health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game has no lives left.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game.health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health live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lasts the whole game; every room makes a new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health live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lasts the whole game; every room makes a new Player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Player's own health would reset at every portal.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Player loop, how do you reach Game's health?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game.health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Game.start.health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Player loop, how do you reach Game's health?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game.health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Game.start.health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game. reaches the Game from any class.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the wasp when it stings you?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come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Still touching, it would take a life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the wasp when it stings you?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come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Still touching, it would take a life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Sixty stings a second would end the game at once.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off the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off the edge of the grass. Level 1 starts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