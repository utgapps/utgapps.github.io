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Meet Pixelhead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Platformer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game you are going to build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Run with the arrow keys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Jump with space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Stomp the wasps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Step through the portal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Classes and objects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One recipe, many things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class is a kind of thing: Player, Floor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object is one thing made from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 grass tile is a Floor object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Pixelhead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pixelhead.png - 60 x 80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Facing RIGHT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Exactly that name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 can redraw it any week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Pick the first room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start runs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self.image = sprite('pixelhead.png')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Everything in start runs one time, the moment the object is made.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Use it to set a picture, a place or a starting number.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room is one screen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PIXELPAD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set_room('Level1')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Your game can have more than one screen. Each one is a room.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set_room picks which screen to show.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set_room('Level1')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Open the game on the room called Level1.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Give Pixelhead a picture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sprite is your picture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DRAWING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self.image = sprite('pixelhead.png')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sprite() finds the picture you drew and puts it on the object.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name has to match exactly, including the .png.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Player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self.image = sprite('pixelhead.png')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Use the Pixelhead picture you drew.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no errors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The screen is empty and there is no red error. Nobody has MADE a player yet.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Make Pixelhead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Making an object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self.player = Player()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Player() makes one player from the Player class.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name on the left is how you talk to it afterwards.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Level1 start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self.player = Player()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Make one player and keep it as self.player. Press Play!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 class?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grass tile on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kind of thing, like Floor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 class?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One grass tile on the screen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 kind of thing, like Floor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A picture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A 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class is the kind; every tile is an object made from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does start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Sixty times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When you press a key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Once, when the object is made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When does start run?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Sixty times a second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When you press a key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Once, when the object is made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Never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start runs one time, the moment the object is made.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line picks the first room?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set_room('Level1')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self.player = Player()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self.image = sprite('pixelhead.png')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Level1()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Which line picks the first room?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set_room('Level1')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self.player = Player()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self.image = sprite('pixelhead.png')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Level1()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set_room in Game start chooses the room the game opens 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Pixelhead is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Pixelhead stands in the middle of the screen.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