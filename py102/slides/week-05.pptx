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Wasps on patrol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-1 flips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holds a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Off to the right means a big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Shrink the wasps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Seven tenths as wide...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scaleX and scaleY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self.scaleY = 0.7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the size you drew. 0.7 is seven tenths, 2 is double.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both by the same amount to keep the shape.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= 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seven tenths as tall.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self.scaleY = 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smaller wasps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wasps are smaller, and still fly away to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self.x &gt; 500: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&amp;gt; is greater than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pointy end points at the smaller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 around at each side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self.x &gt; 500: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500: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wasp is past 500 on the right...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...fly left again...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face left - the size start gave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-500: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past -500 on the left...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...fly right...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flip to face right.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0.7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-500: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3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-0.7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self.x &gt; 500: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Is my x smaller than 500?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my x bigger than 500?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my x exactly 500?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Am I touching something?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self.x &gt; 500: ask?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Is my x smaller than 500?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Is my x bigger than 500?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Is my x exactly 500?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Am I touching something?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&amp;gt; means greater than.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the wasp turn around?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picture flips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destroyed and remade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Its y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Its speed changes sign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the wasp turn around?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Its picture flips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destroyed and remade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Its y changes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Its speed changes sign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-3 moves left, 3 moves right.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0.7 and -0.7 in the turn?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Because 1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keep the size start gave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0.7 and -0.7 in the turn?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Because 1 is not allowed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keep the size start gave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would grow it back to full size.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patrol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The wasps turn at each side, face the way they fly, and patrol for ever.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