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world to stand 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Moonwalking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scaleX =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the size you drew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-1 is the same size, flipped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Flip when you walk left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Face the way you walk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face right - the picture as you drew it. Four spaces in front.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minus scaleX flips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self.scaleX =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1 is the picture as you drew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-1 is the same size, flipped like a mirror.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flip to face left.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turn around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both ways. Pixelhead faces the way it walks.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coast.png 1280 x 720 - grassTile.png 100 x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Floor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background its picture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Background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sprite('coast.png')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coast picture you drew.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are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Background goes at the very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after it is drawn on top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up the background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self.background = Background()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were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background first so everything else is drawn on top.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make the background first, so it is drawn at the back.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coast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background fills the screen, with Pixelhead and the wasps in front.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floor its picture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Floor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sprite('grassTile.png')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grass tile you drew.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Lay three grass tiles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first grass tile.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self.floor1.x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left of the middle.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middle.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second tile.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self.floor2.x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Right in the middle.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height.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third tile.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self.floor3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self.floor3.x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to the right.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self.floor3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self.floor3.x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height again.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self.floor3.x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-1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it disappear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Flips the picture like a mirror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twice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-1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it disappear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Flips the picture like a mirror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twice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size, the other way round.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the biggest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Made first means drawn at the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the biggest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Made first means drawn at the back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are made.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100-wide tiles placed 100 apart?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leave gaps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they sit edge to edge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Because the screen is 100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them smaller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100-wide tiles placed 100 apart?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leave gaps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they sit edge to edge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Because the screen is 100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them smaller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tile's middle is 100 from the next, so the edges just meet.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grass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strip of three grass tiles sits under Pixelhead.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