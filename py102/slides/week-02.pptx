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Wasps in the sky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x from -640 to 640 - y from -360 to 360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middle is 0,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x is right, minus x is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y is up, minus y is 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Names that hold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self.wasp1 = FlyEnemy()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is a name with a value in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goes on the left of =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dot is an apostrophe-s: wasp1's 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a wasp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wasp.png - 80 x 64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FlyEnemy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Facing LEFT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wasp its picture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sprite('wasp.png')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wasp picture you drew.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two wasps in the sky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 = FlyEnemy()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one wasp and keep it as self.wasp1.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dot reaches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self.wasp1.x =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self.wasp1.x means: the x that belongs to self.wasp1 - wasp1's x.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dot lets the room change an object it made.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x and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self.wasp1.x =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middle of the screen is x 0, y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x is right, plus y is UP. Minus goes left and down.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self.wasp1.x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300 to the right of the middle.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self.wasp1.y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200 up, high in the sky.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 = FlyEnemy()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wasp, self.wasp2.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self.wasp2.x = -300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300 to the LEFT - minus.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self.wasp2.y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height.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Level1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self.wasp1.y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self.wasp2.y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x = -300?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Right of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Left of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Near the top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Near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x = -300?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Right of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Left of the middle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Near the top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Near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x is right, minus x is left.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self.wasp1.x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new wasp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room's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wasp's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wasp1's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self.wasp1.x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new wasp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room's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wasp's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wasp1's x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dot is like an apostrophe-s.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wasps come from one class. Why are they in different places?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class has two pictures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Each object has its own x and 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They are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wasps come from one class. Why are they in different places?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class has two pictures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Each object has its own x and 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They are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object keeps its own values.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two wasps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Pixelhead is in the middle, a wasp high up on each side.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