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Jump!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Gravity: self.y - 2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floor adds the 2 back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get_collision(self, 'Floor')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Held or pressed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key_was_pressed(' 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key_is_pressed: every loop it is held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key_was_pressed: only the loop it goes down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' ' is the space bar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Jump with 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key_was_pressed()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key_was_pressed(' 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key_was_pressed(' ') is True for only the one loop the key goes down.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press, one jump - however long you hold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key_was_pressed(' 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 the one loop space goes down...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 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+ 50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...jump up 50.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key_was_pressed(' 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+ 50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tap space. Pixelhead pops up 50 and falls back down.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Build a high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self.floor4 = Floor()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fourth tile.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self.floor4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self.floor4.x =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Over on the right.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self.floor4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self.floor4.x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self.floor4.y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100 higher than the grass.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self.floor4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self.floor4.x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self.floor4.y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self.floor5 = Floor()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fifth tile.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self.floor4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self.floor4.x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self.floor4.y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self.floor5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self.floor5.x =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Next to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self.floor4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self.floor4.x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self.floor4.y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self.floor5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self.floor5.x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self.floor5.y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same height.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Level1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self.floor4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self.floor4.x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self.floor4.y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self.floor5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self.floor5.x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self.floor5.y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key_was_pressed for the jump?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key_is_pressed does not work for space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looks nicer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One press is one jump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key_was_pressed for the jump?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key_is_pressed does not work for space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looks nicer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One press is one jump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key_is_pressed would jump every loop space is held.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 you write the space bar?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'' - empty quotes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'spacebar'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space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' ' - a space inside quotes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 you write the space bar?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'' - empty quotes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'spacebar'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space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' ' - a space inside quotes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quotes hold one space.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many presses of 50 reach a platform 100 higher?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Four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Two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Fifty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many presses of 50 reach a platform 100 higher?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Four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Two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Fifty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50 twice is 100.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climb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Tap space several times in a row to climb onto the high platform on the right.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