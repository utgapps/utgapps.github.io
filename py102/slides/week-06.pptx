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Gravity and the ground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Gravity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self.y = self.y - 2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Falling is y getting smaller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little, every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So it goes in loop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Fall all the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self.y = self.y - 2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Gravity: down 2, every loop. Not pushed 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falling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Pixelhead falls straight through the grass and off the bottom.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Start up high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self.player = Player()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self.player.y = 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Start it at y 400, above the top, so it drops 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Collisions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get_collision(self, 'Floor')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Am I touching any Floor?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Gives back the tile, or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 the floor, put the 2 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Stand on the floor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get_collision - are they touching?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touchingFloor = get_collision(self, 'Floor')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get_collision(self, 'Floor') gives back the tile you are touching, or False.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 if treats the tile as yes and False as 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name for right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touchingFloor = get_collision(self, 'Floor')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name with no self. in front lives only inside this loop.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Use it for an answer you need right here and nowhere else.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touchingFloor = get_collision(self, 'Floor')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Am I touching a Floor? Keep the answer in touchingFloor.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touchingFloor = get_collision(self, 'Floor')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if touchingFloor: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when I am...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touchingFloor = get_collision(self, 'Floor')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if touchingFloor: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self.y + 2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...put back the 2 that gravity took.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touchingFloor = get_collision(self, 'Floor')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if touchingFloor: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self.y + 2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get_collision(self, 'Floor') give back?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Always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tile you touch, or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new floor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number of tiles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get_collision(self, 'Floor') give back?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Always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tile you touch, or False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new floor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number of tiles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answers with the thing you are touching, or False if nothing.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Gravity takes 2 off y every loop. What keeps you on the grass?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grass is solid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Taking 2 more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Adding 2 back while touching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set_room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Gravity takes 2 off y every loop. What keeps you on the grass?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grass is solid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Taking 2 more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Adding 2 back while touching it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set_room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- 2 and + 2 balance, so y does not change.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touchingFloor written without self.?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is a mistake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self. is only for numbers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only needed right here in this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make it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touchingFloor written without self.?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is a mistake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self. is only for numbers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only needed right here in this loop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make it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name without self. lives only inside this loop.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landed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Pixelhead drops in from the top and lands on the grass. Walk off the end and you fall.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